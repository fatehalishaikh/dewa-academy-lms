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embeddedFontLst>
    <p:embeddedFont>
      <p:font typeface="Liter" panose="02000503030000020004" pitchFamily="2" charset="0"/>
      <p:regular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664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e922822ceee25759253d13e2af68156edf544c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3498DB">
                  <a:alpha val="4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385763" y="385763"/>
            <a:ext cx="1609725" cy="390525"/>
          </a:xfrm>
          <a:custGeom>
            <a:avLst/>
            <a:gdLst/>
            <a:ahLst/>
            <a:cxnLst/>
            <a:rect l="l" t="t" r="r" b="b"/>
            <a:pathLst>
              <a:path w="1609725" h="390525">
                <a:moveTo>
                  <a:pt x="76199" y="0"/>
                </a:moveTo>
                <a:lnTo>
                  <a:pt x="1533526" y="0"/>
                </a:lnTo>
                <a:cubicBezTo>
                  <a:pt x="1575609" y="0"/>
                  <a:pt x="1609725" y="34116"/>
                  <a:pt x="1609725" y="76199"/>
                </a:cubicBezTo>
                <a:lnTo>
                  <a:pt x="1609725" y="314326"/>
                </a:lnTo>
                <a:cubicBezTo>
                  <a:pt x="1609725" y="356409"/>
                  <a:pt x="1575609" y="390525"/>
                  <a:pt x="15335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581025" y="466725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DEWA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15339" y="466725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Vision Document | 2026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981075"/>
            <a:ext cx="2371725" cy="304800"/>
          </a:xfrm>
          <a:custGeom>
            <a:avLst/>
            <a:gdLst/>
            <a:ahLst/>
            <a:cxnLst/>
            <a:rect l="l" t="t" r="r" b="b"/>
            <a:pathLst>
              <a:path w="2371725" h="3048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266700"/>
                </a:lnTo>
                <a:cubicBezTo>
                  <a:pt x="2371725" y="287728"/>
                  <a:pt x="2354653" y="304800"/>
                  <a:pt x="23336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533400" y="1062038"/>
            <a:ext cx="213575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TRANSFORMATION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1666875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AI-Native Learning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 Management Platform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4672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Strategic Vision for Transforming Education Through Artificial Intelligence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514350" y="572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952500" y="5610225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Intelligence-First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2500" y="5800725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222822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2332360" y="57245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4"/>
          <p:cNvSpPr/>
          <p:nvPr/>
        </p:nvSpPr>
        <p:spPr>
          <a:xfrm>
            <a:off x="2794322" y="56102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Human-Centered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94322" y="580072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115172" y="5591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4248522" y="5724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4686672" y="561022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Outcome-Driven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86672" y="58007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24840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 Educational Leadership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33546" y="62484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UAE Focus | February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321" y="340321"/>
            <a:ext cx="336917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kern="0" spc="94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321" y="578546"/>
            <a:ext cx="3462766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Strategic Imperative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76595" y="340321"/>
            <a:ext cx="1676081" cy="578546"/>
          </a:xfrm>
          <a:custGeom>
            <a:avLst/>
            <a:gdLst/>
            <a:ahLst/>
            <a:cxnLst/>
            <a:rect l="l" t="t" r="r" b="b"/>
            <a:pathLst>
              <a:path w="1676081" h="578546">
                <a:moveTo>
                  <a:pt x="68066" y="0"/>
                </a:moveTo>
                <a:lnTo>
                  <a:pt x="1608015" y="0"/>
                </a:lnTo>
                <a:cubicBezTo>
                  <a:pt x="1645607" y="0"/>
                  <a:pt x="1676081" y="30474"/>
                  <a:pt x="1676081" y="68066"/>
                </a:cubicBezTo>
                <a:lnTo>
                  <a:pt x="1676081" y="510480"/>
                </a:lnTo>
                <a:cubicBezTo>
                  <a:pt x="1676081" y="548072"/>
                  <a:pt x="1645607" y="578546"/>
                  <a:pt x="1608015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0295707" y="442417"/>
            <a:ext cx="1386808" cy="136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0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70183" y="578546"/>
            <a:ext cx="1412332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AI-Native Education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7337" y="1123059"/>
            <a:ext cx="6627752" cy="1854749"/>
          </a:xfrm>
          <a:custGeom>
            <a:avLst/>
            <a:gdLst/>
            <a:ahLst/>
            <a:cxnLst/>
            <a:rect l="l" t="t" r="r" b="b"/>
            <a:pathLst>
              <a:path w="6627752" h="1854749">
                <a:moveTo>
                  <a:pt x="34032" y="0"/>
                </a:moveTo>
                <a:lnTo>
                  <a:pt x="6525648" y="0"/>
                </a:lnTo>
                <a:cubicBezTo>
                  <a:pt x="6582038" y="0"/>
                  <a:pt x="6627752" y="45713"/>
                  <a:pt x="6627752" y="102104"/>
                </a:cubicBezTo>
                <a:lnTo>
                  <a:pt x="6627752" y="1752646"/>
                </a:lnTo>
                <a:cubicBezTo>
                  <a:pt x="6627752" y="1808998"/>
                  <a:pt x="6582000" y="1854749"/>
                  <a:pt x="6525648" y="1854749"/>
                </a:cubicBezTo>
                <a:lnTo>
                  <a:pt x="34032" y="1854749"/>
                </a:lnTo>
                <a:cubicBezTo>
                  <a:pt x="15237" y="1854749"/>
                  <a:pt x="0" y="1839513"/>
                  <a:pt x="0" y="1820717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7620" dist="8508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357337" y="1123059"/>
            <a:ext cx="34032" cy="1854749"/>
          </a:xfrm>
          <a:custGeom>
            <a:avLst/>
            <a:gdLst/>
            <a:ahLst/>
            <a:cxnLst/>
            <a:rect l="l" t="t" r="r" b="b"/>
            <a:pathLst>
              <a:path w="34032" h="1854749">
                <a:moveTo>
                  <a:pt x="34032" y="0"/>
                </a:moveTo>
                <a:lnTo>
                  <a:pt x="34032" y="0"/>
                </a:lnTo>
                <a:lnTo>
                  <a:pt x="34032" y="1854749"/>
                </a:lnTo>
                <a:lnTo>
                  <a:pt x="34032" y="1854749"/>
                </a:lnTo>
                <a:cubicBezTo>
                  <a:pt x="15237" y="1854749"/>
                  <a:pt x="0" y="1839513"/>
                  <a:pt x="0" y="1820717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621086" y="1361284"/>
            <a:ext cx="127620" cy="170161"/>
          </a:xfrm>
          <a:custGeom>
            <a:avLst/>
            <a:gdLst/>
            <a:ahLst/>
            <a:cxnLst/>
            <a:rect l="l" t="t" r="r" b="b"/>
            <a:pathLst>
              <a:path w="127620" h="170161">
                <a:moveTo>
                  <a:pt x="97344" y="127620"/>
                </a:moveTo>
                <a:cubicBezTo>
                  <a:pt x="99770" y="120209"/>
                  <a:pt x="104622" y="113496"/>
                  <a:pt x="110106" y="107713"/>
                </a:cubicBezTo>
                <a:cubicBezTo>
                  <a:pt x="120973" y="96280"/>
                  <a:pt x="127620" y="80826"/>
                  <a:pt x="127620" y="63810"/>
                </a:cubicBezTo>
                <a:cubicBezTo>
                  <a:pt x="127620" y="28582"/>
                  <a:pt x="99039" y="0"/>
                  <a:pt x="63810" y="0"/>
                </a:cubicBezTo>
                <a:cubicBezTo>
                  <a:pt x="28582" y="0"/>
                  <a:pt x="0" y="28582"/>
                  <a:pt x="0" y="63810"/>
                </a:cubicBezTo>
                <a:cubicBezTo>
                  <a:pt x="0" y="80826"/>
                  <a:pt x="6647" y="96280"/>
                  <a:pt x="17515" y="107713"/>
                </a:cubicBezTo>
                <a:cubicBezTo>
                  <a:pt x="22998" y="113496"/>
                  <a:pt x="27884" y="120209"/>
                  <a:pt x="30277" y="127620"/>
                </a:cubicBezTo>
                <a:lnTo>
                  <a:pt x="97311" y="127620"/>
                </a:lnTo>
                <a:close/>
                <a:moveTo>
                  <a:pt x="95715" y="143573"/>
                </a:moveTo>
                <a:lnTo>
                  <a:pt x="31905" y="143573"/>
                </a:lnTo>
                <a:lnTo>
                  <a:pt x="31905" y="148890"/>
                </a:lnTo>
                <a:cubicBezTo>
                  <a:pt x="31905" y="163580"/>
                  <a:pt x="43803" y="175478"/>
                  <a:pt x="58493" y="175478"/>
                </a:cubicBezTo>
                <a:lnTo>
                  <a:pt x="69128" y="175478"/>
                </a:lnTo>
                <a:cubicBezTo>
                  <a:pt x="83817" y="175478"/>
                  <a:pt x="95715" y="163580"/>
                  <a:pt x="95715" y="148890"/>
                </a:cubicBezTo>
                <a:lnTo>
                  <a:pt x="95715" y="143573"/>
                </a:lnTo>
                <a:close/>
                <a:moveTo>
                  <a:pt x="61151" y="37223"/>
                </a:moveTo>
                <a:cubicBezTo>
                  <a:pt x="47924" y="37223"/>
                  <a:pt x="37223" y="47924"/>
                  <a:pt x="37223" y="61151"/>
                </a:cubicBezTo>
                <a:cubicBezTo>
                  <a:pt x="37223" y="65572"/>
                  <a:pt x="33667" y="69128"/>
                  <a:pt x="29246" y="69128"/>
                </a:cubicBezTo>
                <a:cubicBezTo>
                  <a:pt x="24826" y="69128"/>
                  <a:pt x="21270" y="65572"/>
                  <a:pt x="21270" y="61151"/>
                </a:cubicBezTo>
                <a:cubicBezTo>
                  <a:pt x="21270" y="39117"/>
                  <a:pt x="39117" y="21270"/>
                  <a:pt x="61151" y="21270"/>
                </a:cubicBezTo>
                <a:cubicBezTo>
                  <a:pt x="65572" y="21270"/>
                  <a:pt x="69128" y="24826"/>
                  <a:pt x="69128" y="29246"/>
                </a:cubicBezTo>
                <a:cubicBezTo>
                  <a:pt x="69128" y="33667"/>
                  <a:pt x="65572" y="37223"/>
                  <a:pt x="61151" y="37223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791246" y="1327252"/>
            <a:ext cx="60747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8546" y="1667573"/>
            <a:ext cx="6270415" cy="110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envision a next-generation </a:t>
            </a:r>
            <a:r>
              <a:rPr lang="en-US" sz="1072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AI-Native Learning &amp; School Management Platform</a:t>
            </a: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unifies Learning Management (LMS) and School ERP into a single, intelligent ecosystem. Unlike traditional systems where AI is bolted on as an afterthought, this platform is architected from the ground up with artificial intelligence as its foundational layer—creating a </a:t>
            </a:r>
            <a:r>
              <a:rPr lang="en-US" sz="1072" dirty="0">
                <a:solidFill>
                  <a:srgbClr val="1A252F"/>
                </a:solidFill>
                <a:highlight>
                  <a:srgbClr val="3498DB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learning, self-improving educational environment </a:t>
            </a: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337" y="3113937"/>
            <a:ext cx="6627752" cy="2144022"/>
          </a:xfrm>
          <a:custGeom>
            <a:avLst/>
            <a:gdLst/>
            <a:ahLst/>
            <a:cxnLst/>
            <a:rect l="l" t="t" r="r" b="b"/>
            <a:pathLst>
              <a:path w="6627752" h="2144022">
                <a:moveTo>
                  <a:pt x="34032" y="0"/>
                </a:moveTo>
                <a:lnTo>
                  <a:pt x="6525653" y="0"/>
                </a:lnTo>
                <a:cubicBezTo>
                  <a:pt x="6582041" y="0"/>
                  <a:pt x="6627752" y="45711"/>
                  <a:pt x="6627752" y="102098"/>
                </a:cubicBezTo>
                <a:lnTo>
                  <a:pt x="6627752" y="2041924"/>
                </a:lnTo>
                <a:cubicBezTo>
                  <a:pt x="6627752" y="2098311"/>
                  <a:pt x="6582041" y="2144022"/>
                  <a:pt x="6525653" y="2144022"/>
                </a:cubicBezTo>
                <a:lnTo>
                  <a:pt x="34032" y="2144022"/>
                </a:lnTo>
                <a:cubicBezTo>
                  <a:pt x="15237" y="2144022"/>
                  <a:pt x="0" y="2128786"/>
                  <a:pt x="0" y="2109990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7620" dist="8508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357337" y="3113937"/>
            <a:ext cx="34032" cy="2144022"/>
          </a:xfrm>
          <a:custGeom>
            <a:avLst/>
            <a:gdLst/>
            <a:ahLst/>
            <a:cxnLst/>
            <a:rect l="l" t="t" r="r" b="b"/>
            <a:pathLst>
              <a:path w="34032" h="2144022">
                <a:moveTo>
                  <a:pt x="34032" y="0"/>
                </a:moveTo>
                <a:lnTo>
                  <a:pt x="34032" y="0"/>
                </a:lnTo>
                <a:lnTo>
                  <a:pt x="34032" y="2144022"/>
                </a:lnTo>
                <a:lnTo>
                  <a:pt x="34032" y="2144022"/>
                </a:lnTo>
                <a:cubicBezTo>
                  <a:pt x="15237" y="2144022"/>
                  <a:pt x="0" y="2128786"/>
                  <a:pt x="0" y="2109990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599816" y="3352162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48890" y="85080"/>
                </a:moveTo>
                <a:cubicBezTo>
                  <a:pt x="148890" y="49862"/>
                  <a:pt x="120298" y="21270"/>
                  <a:pt x="85080" y="21270"/>
                </a:cubicBezTo>
                <a:cubicBezTo>
                  <a:pt x="49862" y="21270"/>
                  <a:pt x="21270" y="49862"/>
                  <a:pt x="21270" y="85080"/>
                </a:cubicBezTo>
                <a:cubicBezTo>
                  <a:pt x="21270" y="120298"/>
                  <a:pt x="49862" y="148890"/>
                  <a:pt x="85080" y="148890"/>
                </a:cubicBezTo>
                <a:cubicBezTo>
                  <a:pt x="120298" y="148890"/>
                  <a:pt x="148890" y="120298"/>
                  <a:pt x="148890" y="85080"/>
                </a:cubicBezTo>
                <a:close/>
                <a:moveTo>
                  <a:pt x="0" y="85080"/>
                </a:moveTo>
                <a:cubicBezTo>
                  <a:pt x="0" y="38123"/>
                  <a:pt x="38123" y="0"/>
                  <a:pt x="85080" y="0"/>
                </a:cubicBezTo>
                <a:cubicBezTo>
                  <a:pt x="132037" y="0"/>
                  <a:pt x="170161" y="38123"/>
                  <a:pt x="170161" y="85080"/>
                </a:cubicBezTo>
                <a:cubicBezTo>
                  <a:pt x="170161" y="132037"/>
                  <a:pt x="132037" y="170161"/>
                  <a:pt x="85080" y="170161"/>
                </a:cubicBezTo>
                <a:cubicBezTo>
                  <a:pt x="38123" y="170161"/>
                  <a:pt x="0" y="132037"/>
                  <a:pt x="0" y="85080"/>
                </a:cubicBezTo>
                <a:close/>
                <a:moveTo>
                  <a:pt x="85080" y="111668"/>
                </a:moveTo>
                <a:cubicBezTo>
                  <a:pt x="99754" y="111668"/>
                  <a:pt x="111668" y="99754"/>
                  <a:pt x="111668" y="85080"/>
                </a:cubicBezTo>
                <a:cubicBezTo>
                  <a:pt x="111668" y="70406"/>
                  <a:pt x="99754" y="58493"/>
                  <a:pt x="85080" y="58493"/>
                </a:cubicBezTo>
                <a:cubicBezTo>
                  <a:pt x="70406" y="58493"/>
                  <a:pt x="58493" y="70406"/>
                  <a:pt x="58493" y="85080"/>
                </a:cubicBezTo>
                <a:cubicBezTo>
                  <a:pt x="58493" y="99754"/>
                  <a:pt x="70406" y="111668"/>
                  <a:pt x="85080" y="111668"/>
                </a:cubicBezTo>
                <a:close/>
                <a:moveTo>
                  <a:pt x="85080" y="37223"/>
                </a:moveTo>
                <a:cubicBezTo>
                  <a:pt x="111494" y="37223"/>
                  <a:pt x="132938" y="58667"/>
                  <a:pt x="132938" y="85080"/>
                </a:cubicBezTo>
                <a:cubicBezTo>
                  <a:pt x="132938" y="111494"/>
                  <a:pt x="111494" y="132938"/>
                  <a:pt x="85080" y="132938"/>
                </a:cubicBezTo>
                <a:cubicBezTo>
                  <a:pt x="58667" y="132938"/>
                  <a:pt x="37223" y="111494"/>
                  <a:pt x="37223" y="85080"/>
                </a:cubicBezTo>
                <a:cubicBezTo>
                  <a:pt x="37223" y="58667"/>
                  <a:pt x="58667" y="37223"/>
                  <a:pt x="85080" y="37223"/>
                </a:cubicBezTo>
                <a:close/>
                <a:moveTo>
                  <a:pt x="74445" y="85080"/>
                </a:moveTo>
                <a:cubicBezTo>
                  <a:pt x="74445" y="79211"/>
                  <a:pt x="79211" y="74445"/>
                  <a:pt x="85080" y="74445"/>
                </a:cubicBezTo>
                <a:cubicBezTo>
                  <a:pt x="90950" y="74445"/>
                  <a:pt x="95715" y="79211"/>
                  <a:pt x="95715" y="85080"/>
                </a:cubicBezTo>
                <a:cubicBezTo>
                  <a:pt x="95715" y="90950"/>
                  <a:pt x="90950" y="95715"/>
                  <a:pt x="85080" y="95715"/>
                </a:cubicBezTo>
                <a:cubicBezTo>
                  <a:pt x="79211" y="95715"/>
                  <a:pt x="74445" y="90950"/>
                  <a:pt x="74445" y="8508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91246" y="3318130"/>
            <a:ext cx="60747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Alignment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8546" y="3658451"/>
            <a:ext cx="6270415" cy="88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vision directly supports </a:t>
            </a:r>
            <a:r>
              <a:rPr lang="en-US" sz="1072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UAE's National AI Strategy 2031</a:t>
            </a: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the groundbreaking </a:t>
            </a:r>
            <a:r>
              <a:rPr lang="en-US" sz="1072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education mandate</a:t>
            </a:r>
            <a:r>
              <a:rPr lang="en-US" sz="1072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requiring AI curriculum in all K-12 schools from the 2025-2026 academic year. By positioning AI as essential educational infrastructure, the UAE is creating a unique opportunity for institutions to lead regional transformation.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8546" y="4645382"/>
            <a:ext cx="6202350" cy="408385"/>
          </a:xfrm>
          <a:custGeom>
            <a:avLst/>
            <a:gdLst/>
            <a:ahLst/>
            <a:cxnLst/>
            <a:rect l="l" t="t" r="r" b="b"/>
            <a:pathLst>
              <a:path w="6202350" h="408385">
                <a:moveTo>
                  <a:pt x="68066" y="0"/>
                </a:moveTo>
                <a:lnTo>
                  <a:pt x="6134285" y="0"/>
                </a:lnTo>
                <a:cubicBezTo>
                  <a:pt x="6171876" y="0"/>
                  <a:pt x="6202350" y="30474"/>
                  <a:pt x="6202350" y="68066"/>
                </a:cubicBezTo>
                <a:lnTo>
                  <a:pt x="6202350" y="340320"/>
                </a:lnTo>
                <a:cubicBezTo>
                  <a:pt x="6202350" y="377911"/>
                  <a:pt x="6171876" y="408385"/>
                  <a:pt x="6134285" y="408385"/>
                </a:cubicBezTo>
                <a:lnTo>
                  <a:pt x="68066" y="408385"/>
                </a:lnTo>
                <a:cubicBezTo>
                  <a:pt x="30474" y="408385"/>
                  <a:pt x="0" y="377911"/>
                  <a:pt x="0" y="340320"/>
                </a:cubicBezTo>
                <a:lnTo>
                  <a:pt x="0" y="68066"/>
                </a:lnTo>
                <a:cubicBezTo>
                  <a:pt x="0" y="30474"/>
                  <a:pt x="30474" y="0"/>
                  <a:pt x="6806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706166" y="4781510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7016" y="8508"/>
                </a:moveTo>
                <a:cubicBezTo>
                  <a:pt x="17016" y="3802"/>
                  <a:pt x="13214" y="0"/>
                  <a:pt x="8508" y="0"/>
                </a:cubicBezTo>
                <a:cubicBezTo>
                  <a:pt x="3802" y="0"/>
                  <a:pt x="0" y="3802"/>
                  <a:pt x="0" y="8508"/>
                </a:cubicBezTo>
                <a:lnTo>
                  <a:pt x="0" y="127620"/>
                </a:lnTo>
                <a:cubicBezTo>
                  <a:pt x="0" y="132326"/>
                  <a:pt x="3802" y="136128"/>
                  <a:pt x="8508" y="136128"/>
                </a:cubicBezTo>
                <a:cubicBezTo>
                  <a:pt x="13214" y="136128"/>
                  <a:pt x="17016" y="132326"/>
                  <a:pt x="17016" y="127620"/>
                </a:cubicBezTo>
                <a:lnTo>
                  <a:pt x="17016" y="95290"/>
                </a:lnTo>
                <a:lnTo>
                  <a:pt x="33686" y="90291"/>
                </a:lnTo>
                <a:cubicBezTo>
                  <a:pt x="44827" y="86941"/>
                  <a:pt x="56844" y="87978"/>
                  <a:pt x="67240" y="93189"/>
                </a:cubicBezTo>
                <a:cubicBezTo>
                  <a:pt x="78593" y="98879"/>
                  <a:pt x="91833" y="99570"/>
                  <a:pt x="103718" y="95104"/>
                </a:cubicBezTo>
                <a:lnTo>
                  <a:pt x="113582" y="91408"/>
                </a:lnTo>
                <a:cubicBezTo>
                  <a:pt x="116906" y="90158"/>
                  <a:pt x="119112" y="86995"/>
                  <a:pt x="119112" y="83432"/>
                </a:cubicBezTo>
                <a:lnTo>
                  <a:pt x="119112" y="17574"/>
                </a:lnTo>
                <a:cubicBezTo>
                  <a:pt x="119112" y="11459"/>
                  <a:pt x="112678" y="7471"/>
                  <a:pt x="107201" y="10210"/>
                </a:cubicBezTo>
                <a:lnTo>
                  <a:pt x="104064" y="11778"/>
                </a:lnTo>
                <a:cubicBezTo>
                  <a:pt x="92126" y="17761"/>
                  <a:pt x="78061" y="17761"/>
                  <a:pt x="66097" y="11778"/>
                </a:cubicBezTo>
                <a:cubicBezTo>
                  <a:pt x="56419" y="6939"/>
                  <a:pt x="45279" y="5982"/>
                  <a:pt x="34936" y="9093"/>
                </a:cubicBezTo>
                <a:lnTo>
                  <a:pt x="17016" y="14464"/>
                </a:lnTo>
                <a:lnTo>
                  <a:pt x="17016" y="8508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918867" y="4764494"/>
            <a:ext cx="901851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UAE AI Mandate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94298" y="4747478"/>
            <a:ext cx="10209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|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71638" y="4781510"/>
            <a:ext cx="153144" cy="136128"/>
          </a:xfrm>
          <a:custGeom>
            <a:avLst/>
            <a:gdLst/>
            <a:ahLst/>
            <a:cxnLst/>
            <a:rect l="l" t="t" r="r" b="b"/>
            <a:pathLst>
              <a:path w="153144" h="136128">
                <a:moveTo>
                  <a:pt x="136235" y="63810"/>
                </a:moveTo>
                <a:lnTo>
                  <a:pt x="89441" y="63810"/>
                </a:lnTo>
                <a:cubicBezTo>
                  <a:pt x="84735" y="63810"/>
                  <a:pt x="80933" y="60008"/>
                  <a:pt x="80933" y="55302"/>
                </a:cubicBezTo>
                <a:lnTo>
                  <a:pt x="80933" y="8508"/>
                </a:lnTo>
                <a:cubicBezTo>
                  <a:pt x="80933" y="3802"/>
                  <a:pt x="84761" y="-53"/>
                  <a:pt x="89414" y="558"/>
                </a:cubicBezTo>
                <a:cubicBezTo>
                  <a:pt x="117863" y="4334"/>
                  <a:pt x="140409" y="26880"/>
                  <a:pt x="144184" y="55329"/>
                </a:cubicBezTo>
                <a:cubicBezTo>
                  <a:pt x="144796" y="59982"/>
                  <a:pt x="140941" y="63810"/>
                  <a:pt x="136235" y="63810"/>
                </a:cubicBezTo>
                <a:close/>
                <a:moveTo>
                  <a:pt x="59184" y="9891"/>
                </a:moveTo>
                <a:cubicBezTo>
                  <a:pt x="63996" y="8880"/>
                  <a:pt x="68171" y="12815"/>
                  <a:pt x="68171" y="17734"/>
                </a:cubicBezTo>
                <a:lnTo>
                  <a:pt x="68171" y="70191"/>
                </a:lnTo>
                <a:cubicBezTo>
                  <a:pt x="68171" y="71680"/>
                  <a:pt x="68702" y="73116"/>
                  <a:pt x="69633" y="74259"/>
                </a:cubicBezTo>
                <a:lnTo>
                  <a:pt x="104755" y="116640"/>
                </a:lnTo>
                <a:cubicBezTo>
                  <a:pt x="107866" y="120389"/>
                  <a:pt x="107201" y="126052"/>
                  <a:pt x="102921" y="128365"/>
                </a:cubicBezTo>
                <a:cubicBezTo>
                  <a:pt x="93854" y="133310"/>
                  <a:pt x="83458" y="136128"/>
                  <a:pt x="72425" y="136128"/>
                </a:cubicBezTo>
                <a:cubicBezTo>
                  <a:pt x="37196" y="136128"/>
                  <a:pt x="8614" y="107547"/>
                  <a:pt x="8614" y="72318"/>
                </a:cubicBezTo>
                <a:cubicBezTo>
                  <a:pt x="8614" y="41610"/>
                  <a:pt x="30283" y="15979"/>
                  <a:pt x="59184" y="9891"/>
                </a:cubicBezTo>
                <a:close/>
                <a:moveTo>
                  <a:pt x="127035" y="76572"/>
                </a:moveTo>
                <a:lnTo>
                  <a:pt x="144052" y="76572"/>
                </a:lnTo>
                <a:cubicBezTo>
                  <a:pt x="148970" y="76572"/>
                  <a:pt x="152905" y="80746"/>
                  <a:pt x="151895" y="85559"/>
                </a:cubicBezTo>
                <a:cubicBezTo>
                  <a:pt x="149183" y="98427"/>
                  <a:pt x="142589" y="109860"/>
                  <a:pt x="133390" y="118581"/>
                </a:cubicBezTo>
                <a:cubicBezTo>
                  <a:pt x="130120" y="121691"/>
                  <a:pt x="124988" y="121027"/>
                  <a:pt x="122117" y="117544"/>
                </a:cubicBezTo>
                <a:lnTo>
                  <a:pt x="99677" y="90504"/>
                </a:lnTo>
                <a:cubicBezTo>
                  <a:pt x="95077" y="84947"/>
                  <a:pt x="99039" y="76572"/>
                  <a:pt x="106217" y="76572"/>
                </a:cubicBezTo>
                <a:lnTo>
                  <a:pt x="127009" y="76572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2301354" y="4764494"/>
            <a:ext cx="133576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GDP Target by 2031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0321" y="5394088"/>
            <a:ext cx="6644768" cy="1293220"/>
          </a:xfrm>
          <a:custGeom>
            <a:avLst/>
            <a:gdLst/>
            <a:ahLst/>
            <a:cxnLst/>
            <a:rect l="l" t="t" r="r" b="b"/>
            <a:pathLst>
              <a:path w="6644768" h="1293220">
                <a:moveTo>
                  <a:pt x="102100" y="0"/>
                </a:moveTo>
                <a:lnTo>
                  <a:pt x="6542668" y="0"/>
                </a:lnTo>
                <a:cubicBezTo>
                  <a:pt x="6599056" y="0"/>
                  <a:pt x="6644768" y="45712"/>
                  <a:pt x="6644768" y="102100"/>
                </a:cubicBezTo>
                <a:lnTo>
                  <a:pt x="6644768" y="1191120"/>
                </a:lnTo>
                <a:cubicBezTo>
                  <a:pt x="6644768" y="1247508"/>
                  <a:pt x="6599056" y="1293220"/>
                  <a:pt x="6542668" y="1293220"/>
                </a:cubicBezTo>
                <a:lnTo>
                  <a:pt x="102100" y="1293220"/>
                </a:lnTo>
                <a:cubicBezTo>
                  <a:pt x="45712" y="1293220"/>
                  <a:pt x="0" y="1247508"/>
                  <a:pt x="0" y="1191120"/>
                </a:cubicBezTo>
                <a:lnTo>
                  <a:pt x="0" y="102100"/>
                </a:lnTo>
                <a:cubicBezTo>
                  <a:pt x="0" y="45749"/>
                  <a:pt x="45749" y="0"/>
                  <a:pt x="102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98DB"/>
              </a:gs>
              <a:gs pos="100000">
                <a:srgbClr val="2C3E50"/>
              </a:gs>
            </a:gsLst>
            <a:lin ang="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10482" y="5564248"/>
            <a:ext cx="6381019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Three-Pillar Value Proposition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0482" y="5870537"/>
            <a:ext cx="2033418" cy="646610"/>
          </a:xfrm>
          <a:custGeom>
            <a:avLst/>
            <a:gdLst/>
            <a:ahLst/>
            <a:cxnLst/>
            <a:rect l="l" t="t" r="r" b="b"/>
            <a:pathLst>
              <a:path w="2033418" h="646610">
                <a:moveTo>
                  <a:pt x="68062" y="0"/>
                </a:moveTo>
                <a:lnTo>
                  <a:pt x="1965356" y="0"/>
                </a:lnTo>
                <a:cubicBezTo>
                  <a:pt x="2002946" y="0"/>
                  <a:pt x="2033418" y="30472"/>
                  <a:pt x="2033418" y="68062"/>
                </a:cubicBezTo>
                <a:lnTo>
                  <a:pt x="2033418" y="578548"/>
                </a:lnTo>
                <a:cubicBezTo>
                  <a:pt x="2033418" y="616137"/>
                  <a:pt x="2002946" y="646610"/>
                  <a:pt x="1965356" y="646610"/>
                </a:cubicBezTo>
                <a:lnTo>
                  <a:pt x="68062" y="646610"/>
                </a:lnTo>
                <a:cubicBezTo>
                  <a:pt x="30498" y="646610"/>
                  <a:pt x="0" y="616112"/>
                  <a:pt x="0" y="578548"/>
                </a:cubicBezTo>
                <a:lnTo>
                  <a:pt x="0" y="68062"/>
                </a:lnTo>
                <a:cubicBezTo>
                  <a:pt x="0" y="30498"/>
                  <a:pt x="30498" y="0"/>
                  <a:pt x="6806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Shape 24"/>
          <p:cNvSpPr/>
          <p:nvPr/>
        </p:nvSpPr>
        <p:spPr>
          <a:xfrm>
            <a:off x="1437590" y="5972634"/>
            <a:ext cx="178669" cy="204193"/>
          </a:xfrm>
          <a:custGeom>
            <a:avLst/>
            <a:gdLst/>
            <a:ahLst/>
            <a:cxnLst/>
            <a:rect l="l" t="t" r="r" b="b"/>
            <a:pathLst>
              <a:path w="178669" h="204193">
                <a:moveTo>
                  <a:pt x="96234" y="-5185"/>
                </a:moveTo>
                <a:cubicBezTo>
                  <a:pt x="91687" y="-6102"/>
                  <a:pt x="87021" y="-6102"/>
                  <a:pt x="82475" y="-5185"/>
                </a:cubicBezTo>
                <a:lnTo>
                  <a:pt x="7697" y="9771"/>
                </a:lnTo>
                <a:cubicBezTo>
                  <a:pt x="3230" y="10648"/>
                  <a:pt x="0" y="14597"/>
                  <a:pt x="0" y="19143"/>
                </a:cubicBezTo>
                <a:cubicBezTo>
                  <a:pt x="0" y="23251"/>
                  <a:pt x="2592" y="26840"/>
                  <a:pt x="6381" y="28156"/>
                </a:cubicBezTo>
                <a:lnTo>
                  <a:pt x="6381" y="57429"/>
                </a:lnTo>
                <a:lnTo>
                  <a:pt x="120" y="88776"/>
                </a:lnTo>
                <a:cubicBezTo>
                  <a:pt x="40" y="89135"/>
                  <a:pt x="0" y="89534"/>
                  <a:pt x="0" y="89932"/>
                </a:cubicBezTo>
                <a:cubicBezTo>
                  <a:pt x="0" y="93123"/>
                  <a:pt x="2592" y="95755"/>
                  <a:pt x="5823" y="95755"/>
                </a:cubicBezTo>
                <a:lnTo>
                  <a:pt x="19741" y="95755"/>
                </a:lnTo>
                <a:cubicBezTo>
                  <a:pt x="22932" y="95755"/>
                  <a:pt x="25564" y="93163"/>
                  <a:pt x="25564" y="89932"/>
                </a:cubicBezTo>
                <a:cubicBezTo>
                  <a:pt x="25564" y="89534"/>
                  <a:pt x="25524" y="89175"/>
                  <a:pt x="25444" y="88776"/>
                </a:cubicBezTo>
                <a:lnTo>
                  <a:pt x="19143" y="57429"/>
                </a:lnTo>
                <a:lnTo>
                  <a:pt x="19143" y="30828"/>
                </a:lnTo>
                <a:lnTo>
                  <a:pt x="38286" y="34657"/>
                </a:lnTo>
                <a:lnTo>
                  <a:pt x="38286" y="57429"/>
                </a:lnTo>
                <a:cubicBezTo>
                  <a:pt x="38286" y="85625"/>
                  <a:pt x="61138" y="108477"/>
                  <a:pt x="89334" y="108477"/>
                </a:cubicBezTo>
                <a:cubicBezTo>
                  <a:pt x="117530" y="108477"/>
                  <a:pt x="140382" y="85625"/>
                  <a:pt x="140382" y="57429"/>
                </a:cubicBezTo>
                <a:lnTo>
                  <a:pt x="140382" y="34657"/>
                </a:lnTo>
                <a:lnTo>
                  <a:pt x="170971" y="28555"/>
                </a:lnTo>
                <a:cubicBezTo>
                  <a:pt x="175438" y="27638"/>
                  <a:pt x="178669" y="23690"/>
                  <a:pt x="178669" y="19143"/>
                </a:cubicBezTo>
                <a:cubicBezTo>
                  <a:pt x="178669" y="14597"/>
                  <a:pt x="175438" y="10648"/>
                  <a:pt x="170971" y="9771"/>
                </a:cubicBezTo>
                <a:lnTo>
                  <a:pt x="96234" y="-5185"/>
                </a:lnTo>
                <a:close/>
                <a:moveTo>
                  <a:pt x="89334" y="89334"/>
                </a:moveTo>
                <a:cubicBezTo>
                  <a:pt x="71707" y="89334"/>
                  <a:pt x="57429" y="75057"/>
                  <a:pt x="57429" y="57429"/>
                </a:cubicBezTo>
                <a:lnTo>
                  <a:pt x="121239" y="57429"/>
                </a:lnTo>
                <a:cubicBezTo>
                  <a:pt x="121239" y="75057"/>
                  <a:pt x="106962" y="89334"/>
                  <a:pt x="89334" y="89334"/>
                </a:cubicBezTo>
                <a:close/>
                <a:moveTo>
                  <a:pt x="47898" y="127660"/>
                </a:moveTo>
                <a:cubicBezTo>
                  <a:pt x="23410" y="138907"/>
                  <a:pt x="6381" y="163633"/>
                  <a:pt x="6381" y="192348"/>
                </a:cubicBezTo>
                <a:cubicBezTo>
                  <a:pt x="6381" y="198888"/>
                  <a:pt x="11685" y="204193"/>
                  <a:pt x="18226" y="204193"/>
                </a:cubicBezTo>
                <a:lnTo>
                  <a:pt x="79763" y="204193"/>
                </a:lnTo>
                <a:lnTo>
                  <a:pt x="79763" y="145966"/>
                </a:lnTo>
                <a:lnTo>
                  <a:pt x="56871" y="128817"/>
                </a:lnTo>
                <a:cubicBezTo>
                  <a:pt x="54279" y="126863"/>
                  <a:pt x="50809" y="126344"/>
                  <a:pt x="47858" y="127700"/>
                </a:cubicBezTo>
                <a:close/>
                <a:moveTo>
                  <a:pt x="98906" y="204193"/>
                </a:moveTo>
                <a:lnTo>
                  <a:pt x="160443" y="204193"/>
                </a:lnTo>
                <a:cubicBezTo>
                  <a:pt x="166983" y="204193"/>
                  <a:pt x="172288" y="198888"/>
                  <a:pt x="172288" y="192348"/>
                </a:cubicBezTo>
                <a:cubicBezTo>
                  <a:pt x="172288" y="163633"/>
                  <a:pt x="155258" y="138907"/>
                  <a:pt x="130771" y="127700"/>
                </a:cubicBezTo>
                <a:cubicBezTo>
                  <a:pt x="127820" y="126344"/>
                  <a:pt x="124350" y="126863"/>
                  <a:pt x="121758" y="128817"/>
                </a:cubicBezTo>
                <a:lnTo>
                  <a:pt x="98866" y="145966"/>
                </a:lnTo>
                <a:lnTo>
                  <a:pt x="98866" y="20419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82800" y="6244890"/>
            <a:ext cx="188878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Student Experiences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45531" y="5870537"/>
            <a:ext cx="2033418" cy="646610"/>
          </a:xfrm>
          <a:custGeom>
            <a:avLst/>
            <a:gdLst/>
            <a:ahLst/>
            <a:cxnLst/>
            <a:rect l="l" t="t" r="r" b="b"/>
            <a:pathLst>
              <a:path w="2033418" h="646610">
                <a:moveTo>
                  <a:pt x="68062" y="0"/>
                </a:moveTo>
                <a:lnTo>
                  <a:pt x="1965356" y="0"/>
                </a:lnTo>
                <a:cubicBezTo>
                  <a:pt x="2002946" y="0"/>
                  <a:pt x="2033418" y="30472"/>
                  <a:pt x="2033418" y="68062"/>
                </a:cubicBezTo>
                <a:lnTo>
                  <a:pt x="2033418" y="578548"/>
                </a:lnTo>
                <a:cubicBezTo>
                  <a:pt x="2033418" y="616137"/>
                  <a:pt x="2002946" y="646610"/>
                  <a:pt x="1965356" y="646610"/>
                </a:cubicBezTo>
                <a:lnTo>
                  <a:pt x="68062" y="646610"/>
                </a:lnTo>
                <a:cubicBezTo>
                  <a:pt x="30498" y="646610"/>
                  <a:pt x="0" y="616112"/>
                  <a:pt x="0" y="578548"/>
                </a:cubicBezTo>
                <a:lnTo>
                  <a:pt x="0" y="68062"/>
                </a:lnTo>
                <a:cubicBezTo>
                  <a:pt x="0" y="30498"/>
                  <a:pt x="30498" y="0"/>
                  <a:pt x="6806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3534353" y="5972634"/>
            <a:ext cx="255241" cy="204193"/>
          </a:xfrm>
          <a:custGeom>
            <a:avLst/>
            <a:gdLst/>
            <a:ahLst/>
            <a:cxnLst/>
            <a:rect l="l" t="t" r="r" b="b"/>
            <a:pathLst>
              <a:path w="255241" h="204193">
                <a:moveTo>
                  <a:pt x="51048" y="38286"/>
                </a:moveTo>
                <a:cubicBezTo>
                  <a:pt x="51048" y="24208"/>
                  <a:pt x="62494" y="12762"/>
                  <a:pt x="76572" y="12762"/>
                </a:cubicBezTo>
                <a:lnTo>
                  <a:pt x="216955" y="12762"/>
                </a:lnTo>
                <a:cubicBezTo>
                  <a:pt x="231033" y="12762"/>
                  <a:pt x="242479" y="24208"/>
                  <a:pt x="242479" y="38286"/>
                </a:cubicBezTo>
                <a:lnTo>
                  <a:pt x="242479" y="134001"/>
                </a:lnTo>
                <a:lnTo>
                  <a:pt x="204193" y="134001"/>
                </a:lnTo>
                <a:lnTo>
                  <a:pt x="204193" y="127620"/>
                </a:lnTo>
                <a:cubicBezTo>
                  <a:pt x="204193" y="120561"/>
                  <a:pt x="198490" y="114858"/>
                  <a:pt x="191431" y="114858"/>
                </a:cubicBezTo>
                <a:lnTo>
                  <a:pt x="165906" y="114858"/>
                </a:lnTo>
                <a:cubicBezTo>
                  <a:pt x="158847" y="114858"/>
                  <a:pt x="153144" y="120561"/>
                  <a:pt x="153144" y="127620"/>
                </a:cubicBezTo>
                <a:lnTo>
                  <a:pt x="153144" y="134001"/>
                </a:lnTo>
                <a:lnTo>
                  <a:pt x="101658" y="134001"/>
                </a:lnTo>
                <a:cubicBezTo>
                  <a:pt x="106005" y="126504"/>
                  <a:pt x="108477" y="117770"/>
                  <a:pt x="108477" y="108477"/>
                </a:cubicBezTo>
                <a:cubicBezTo>
                  <a:pt x="108477" y="80281"/>
                  <a:pt x="85625" y="57429"/>
                  <a:pt x="57429" y="57429"/>
                </a:cubicBezTo>
                <a:cubicBezTo>
                  <a:pt x="55276" y="57429"/>
                  <a:pt x="53122" y="57549"/>
                  <a:pt x="51048" y="57828"/>
                </a:cubicBezTo>
                <a:lnTo>
                  <a:pt x="51048" y="38286"/>
                </a:lnTo>
                <a:close/>
                <a:moveTo>
                  <a:pt x="132805" y="178669"/>
                </a:moveTo>
                <a:cubicBezTo>
                  <a:pt x="130771" y="169017"/>
                  <a:pt x="126304" y="160283"/>
                  <a:pt x="120003" y="153144"/>
                </a:cubicBezTo>
                <a:lnTo>
                  <a:pt x="242479" y="153144"/>
                </a:lnTo>
                <a:cubicBezTo>
                  <a:pt x="242479" y="167223"/>
                  <a:pt x="231033" y="178669"/>
                  <a:pt x="216955" y="178669"/>
                </a:cubicBezTo>
                <a:lnTo>
                  <a:pt x="132805" y="178669"/>
                </a:lnTo>
                <a:close/>
                <a:moveTo>
                  <a:pt x="25524" y="108477"/>
                </a:moveTo>
                <a:cubicBezTo>
                  <a:pt x="25524" y="90868"/>
                  <a:pt x="39820" y="76572"/>
                  <a:pt x="57429" y="76572"/>
                </a:cubicBezTo>
                <a:cubicBezTo>
                  <a:pt x="75038" y="76572"/>
                  <a:pt x="89334" y="90868"/>
                  <a:pt x="89334" y="108477"/>
                </a:cubicBezTo>
                <a:cubicBezTo>
                  <a:pt x="89334" y="126086"/>
                  <a:pt x="75038" y="140382"/>
                  <a:pt x="57429" y="140382"/>
                </a:cubicBezTo>
                <a:cubicBezTo>
                  <a:pt x="39820" y="140382"/>
                  <a:pt x="25524" y="126086"/>
                  <a:pt x="25524" y="108477"/>
                </a:cubicBezTo>
                <a:close/>
                <a:moveTo>
                  <a:pt x="0" y="191431"/>
                </a:moveTo>
                <a:cubicBezTo>
                  <a:pt x="0" y="170293"/>
                  <a:pt x="17149" y="153144"/>
                  <a:pt x="38286" y="153144"/>
                </a:cubicBezTo>
                <a:lnTo>
                  <a:pt x="76572" y="153144"/>
                </a:lnTo>
                <a:cubicBezTo>
                  <a:pt x="97709" y="153144"/>
                  <a:pt x="114858" y="170293"/>
                  <a:pt x="114858" y="191431"/>
                </a:cubicBezTo>
                <a:cubicBezTo>
                  <a:pt x="114858" y="198490"/>
                  <a:pt x="109155" y="204193"/>
                  <a:pt x="102096" y="204193"/>
                </a:cubicBezTo>
                <a:lnTo>
                  <a:pt x="12762" y="204193"/>
                </a:lnTo>
                <a:cubicBezTo>
                  <a:pt x="5703" y="204193"/>
                  <a:pt x="0" y="198490"/>
                  <a:pt x="0" y="1914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2717849" y="6244890"/>
            <a:ext cx="188878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Empowered Teachers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80580" y="5870537"/>
            <a:ext cx="2033418" cy="646610"/>
          </a:xfrm>
          <a:custGeom>
            <a:avLst/>
            <a:gdLst/>
            <a:ahLst/>
            <a:cxnLst/>
            <a:rect l="l" t="t" r="r" b="b"/>
            <a:pathLst>
              <a:path w="2033418" h="646610">
                <a:moveTo>
                  <a:pt x="68062" y="0"/>
                </a:moveTo>
                <a:lnTo>
                  <a:pt x="1965356" y="0"/>
                </a:lnTo>
                <a:cubicBezTo>
                  <a:pt x="2002946" y="0"/>
                  <a:pt x="2033418" y="30472"/>
                  <a:pt x="2033418" y="68062"/>
                </a:cubicBezTo>
                <a:lnTo>
                  <a:pt x="2033418" y="578548"/>
                </a:lnTo>
                <a:cubicBezTo>
                  <a:pt x="2033418" y="616137"/>
                  <a:pt x="2002946" y="646610"/>
                  <a:pt x="1965356" y="646610"/>
                </a:cubicBezTo>
                <a:lnTo>
                  <a:pt x="68062" y="646610"/>
                </a:lnTo>
                <a:cubicBezTo>
                  <a:pt x="30498" y="646610"/>
                  <a:pt x="0" y="616112"/>
                  <a:pt x="0" y="578548"/>
                </a:cubicBezTo>
                <a:lnTo>
                  <a:pt x="0" y="68062"/>
                </a:lnTo>
                <a:cubicBezTo>
                  <a:pt x="0" y="30498"/>
                  <a:pt x="30498" y="0"/>
                  <a:pt x="6806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Shape 30"/>
          <p:cNvSpPr/>
          <p:nvPr/>
        </p:nvSpPr>
        <p:spPr>
          <a:xfrm>
            <a:off x="5694993" y="5972634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76572" y="25524"/>
                </a:moveTo>
                <a:cubicBezTo>
                  <a:pt x="76572" y="18465"/>
                  <a:pt x="82275" y="12762"/>
                  <a:pt x="89334" y="12762"/>
                </a:cubicBezTo>
                <a:lnTo>
                  <a:pt x="114858" y="12762"/>
                </a:lnTo>
                <a:cubicBezTo>
                  <a:pt x="121917" y="12762"/>
                  <a:pt x="127620" y="18465"/>
                  <a:pt x="127620" y="25524"/>
                </a:cubicBezTo>
                <a:lnTo>
                  <a:pt x="127620" y="51048"/>
                </a:lnTo>
                <a:cubicBezTo>
                  <a:pt x="127620" y="58107"/>
                  <a:pt x="121917" y="63810"/>
                  <a:pt x="114858" y="63810"/>
                </a:cubicBezTo>
                <a:lnTo>
                  <a:pt x="111668" y="63810"/>
                </a:lnTo>
                <a:lnTo>
                  <a:pt x="111668" y="89334"/>
                </a:lnTo>
                <a:lnTo>
                  <a:pt x="159525" y="89334"/>
                </a:lnTo>
                <a:cubicBezTo>
                  <a:pt x="175398" y="89334"/>
                  <a:pt x="188240" y="102176"/>
                  <a:pt x="188240" y="118049"/>
                </a:cubicBezTo>
                <a:lnTo>
                  <a:pt x="188240" y="140382"/>
                </a:lnTo>
                <a:lnTo>
                  <a:pt x="191431" y="140382"/>
                </a:lnTo>
                <a:cubicBezTo>
                  <a:pt x="198490" y="140382"/>
                  <a:pt x="204193" y="146085"/>
                  <a:pt x="204193" y="153144"/>
                </a:cubicBezTo>
                <a:lnTo>
                  <a:pt x="204193" y="178669"/>
                </a:lnTo>
                <a:cubicBezTo>
                  <a:pt x="204193" y="185728"/>
                  <a:pt x="198490" y="191431"/>
                  <a:pt x="191431" y="191431"/>
                </a:cubicBezTo>
                <a:lnTo>
                  <a:pt x="165906" y="191431"/>
                </a:lnTo>
                <a:cubicBezTo>
                  <a:pt x="158847" y="191431"/>
                  <a:pt x="153144" y="185728"/>
                  <a:pt x="153144" y="178669"/>
                </a:cubicBezTo>
                <a:lnTo>
                  <a:pt x="153144" y="153144"/>
                </a:lnTo>
                <a:cubicBezTo>
                  <a:pt x="153144" y="146085"/>
                  <a:pt x="158847" y="140382"/>
                  <a:pt x="165906" y="140382"/>
                </a:cubicBezTo>
                <a:lnTo>
                  <a:pt x="169097" y="140382"/>
                </a:lnTo>
                <a:lnTo>
                  <a:pt x="169097" y="118049"/>
                </a:lnTo>
                <a:cubicBezTo>
                  <a:pt x="169097" y="112745"/>
                  <a:pt x="164830" y="108477"/>
                  <a:pt x="159525" y="108477"/>
                </a:cubicBezTo>
                <a:lnTo>
                  <a:pt x="111668" y="108477"/>
                </a:lnTo>
                <a:lnTo>
                  <a:pt x="111668" y="140382"/>
                </a:lnTo>
                <a:lnTo>
                  <a:pt x="114858" y="140382"/>
                </a:lnTo>
                <a:cubicBezTo>
                  <a:pt x="121917" y="140382"/>
                  <a:pt x="127620" y="146085"/>
                  <a:pt x="127620" y="153144"/>
                </a:cubicBezTo>
                <a:lnTo>
                  <a:pt x="127620" y="178669"/>
                </a:lnTo>
                <a:cubicBezTo>
                  <a:pt x="127620" y="185728"/>
                  <a:pt x="121917" y="191431"/>
                  <a:pt x="114858" y="191431"/>
                </a:cubicBezTo>
                <a:lnTo>
                  <a:pt x="89334" y="191431"/>
                </a:lnTo>
                <a:cubicBezTo>
                  <a:pt x="82275" y="191431"/>
                  <a:pt x="76572" y="185728"/>
                  <a:pt x="76572" y="178669"/>
                </a:cubicBezTo>
                <a:lnTo>
                  <a:pt x="76572" y="153144"/>
                </a:lnTo>
                <a:cubicBezTo>
                  <a:pt x="76572" y="146085"/>
                  <a:pt x="82275" y="140382"/>
                  <a:pt x="89334" y="140382"/>
                </a:cubicBezTo>
                <a:lnTo>
                  <a:pt x="92525" y="140382"/>
                </a:lnTo>
                <a:lnTo>
                  <a:pt x="92525" y="108477"/>
                </a:lnTo>
                <a:lnTo>
                  <a:pt x="44667" y="108477"/>
                </a:lnTo>
                <a:cubicBezTo>
                  <a:pt x="39363" y="108477"/>
                  <a:pt x="35096" y="112745"/>
                  <a:pt x="35096" y="118049"/>
                </a:cubicBezTo>
                <a:lnTo>
                  <a:pt x="35096" y="140382"/>
                </a:lnTo>
                <a:lnTo>
                  <a:pt x="38286" y="140382"/>
                </a:lnTo>
                <a:cubicBezTo>
                  <a:pt x="45345" y="140382"/>
                  <a:pt x="51048" y="146085"/>
                  <a:pt x="51048" y="153144"/>
                </a:cubicBezTo>
                <a:lnTo>
                  <a:pt x="51048" y="178669"/>
                </a:lnTo>
                <a:cubicBezTo>
                  <a:pt x="51048" y="185728"/>
                  <a:pt x="45345" y="191431"/>
                  <a:pt x="38286" y="191431"/>
                </a:cubicBezTo>
                <a:lnTo>
                  <a:pt x="12762" y="191431"/>
                </a:lnTo>
                <a:cubicBezTo>
                  <a:pt x="5703" y="191431"/>
                  <a:pt x="0" y="185728"/>
                  <a:pt x="0" y="178669"/>
                </a:cubicBezTo>
                <a:lnTo>
                  <a:pt x="0" y="153144"/>
                </a:lnTo>
                <a:cubicBezTo>
                  <a:pt x="0" y="146085"/>
                  <a:pt x="5703" y="140382"/>
                  <a:pt x="12762" y="140382"/>
                </a:cubicBezTo>
                <a:lnTo>
                  <a:pt x="15953" y="140382"/>
                </a:lnTo>
                <a:lnTo>
                  <a:pt x="15953" y="118049"/>
                </a:lnTo>
                <a:cubicBezTo>
                  <a:pt x="15953" y="102176"/>
                  <a:pt x="28794" y="89334"/>
                  <a:pt x="44667" y="89334"/>
                </a:cubicBezTo>
                <a:lnTo>
                  <a:pt x="92525" y="89334"/>
                </a:lnTo>
                <a:lnTo>
                  <a:pt x="92525" y="63810"/>
                </a:lnTo>
                <a:lnTo>
                  <a:pt x="89334" y="63810"/>
                </a:lnTo>
                <a:cubicBezTo>
                  <a:pt x="82275" y="63810"/>
                  <a:pt x="76572" y="58107"/>
                  <a:pt x="76572" y="51048"/>
                </a:cubicBezTo>
                <a:lnTo>
                  <a:pt x="76572" y="2552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852898" y="6244890"/>
            <a:ext cx="188878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Leadership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53920" y="1123059"/>
            <a:ext cx="4696430" cy="4645382"/>
          </a:xfrm>
          <a:custGeom>
            <a:avLst/>
            <a:gdLst/>
            <a:ahLst/>
            <a:cxnLst/>
            <a:rect l="l" t="t" r="r" b="b"/>
            <a:pathLst>
              <a:path w="4696430" h="4645382">
                <a:moveTo>
                  <a:pt x="102105" y="0"/>
                </a:moveTo>
                <a:lnTo>
                  <a:pt x="4594324" y="0"/>
                </a:lnTo>
                <a:cubicBezTo>
                  <a:pt x="4650716" y="0"/>
                  <a:pt x="4696430" y="45714"/>
                  <a:pt x="4696430" y="102105"/>
                </a:cubicBezTo>
                <a:lnTo>
                  <a:pt x="4696430" y="4543276"/>
                </a:lnTo>
                <a:cubicBezTo>
                  <a:pt x="4696430" y="4599668"/>
                  <a:pt x="4650716" y="4645382"/>
                  <a:pt x="4594324" y="4645382"/>
                </a:cubicBezTo>
                <a:lnTo>
                  <a:pt x="102105" y="4645382"/>
                </a:lnTo>
                <a:cubicBezTo>
                  <a:pt x="45714" y="4645382"/>
                  <a:pt x="0" y="4599668"/>
                  <a:pt x="0" y="4543276"/>
                </a:cubicBezTo>
                <a:lnTo>
                  <a:pt x="0" y="102105"/>
                </a:lnTo>
                <a:cubicBezTo>
                  <a:pt x="0" y="45752"/>
                  <a:pt x="45752" y="0"/>
                  <a:pt x="1021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7620" dist="8508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7324080" y="1293220"/>
            <a:ext cx="443268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 Now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24080" y="1701605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7441265" y="1752653"/>
            <a:ext cx="9358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98433" y="1667573"/>
            <a:ext cx="404982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Mandate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98433" y="1905798"/>
            <a:ext cx="404131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UAE requires AI curriculum in all K-12 schools starting 2025-2026, creating infrastructure requirements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24080" y="2416279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7429832" y="2467327"/>
            <a:ext cx="11911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98433" y="2382247"/>
            <a:ext cx="404982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Crisis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98433" y="2620472"/>
            <a:ext cx="404131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GCC schools face severe teacher shortages; AI automation can reduce workload by 40%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4080" y="3130953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7428304" y="3182001"/>
            <a:ext cx="11911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98433" y="3096921"/>
            <a:ext cx="3828611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98433" y="3335146"/>
            <a:ext cx="3820103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adopters will establish regional leadership in AI-powered education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24080" y="3675467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136128" y="0"/>
                </a:moveTo>
                <a:lnTo>
                  <a:pt x="136128" y="0"/>
                </a:lnTo>
                <a:cubicBezTo>
                  <a:pt x="211310" y="0"/>
                  <a:pt x="272257" y="60947"/>
                  <a:pt x="272257" y="136128"/>
                </a:cubicBezTo>
                <a:lnTo>
                  <a:pt x="272257" y="136128"/>
                </a:lnTo>
                <a:cubicBezTo>
                  <a:pt x="272257" y="211310"/>
                  <a:pt x="211310" y="272257"/>
                  <a:pt x="136128" y="272257"/>
                </a:cubicBezTo>
                <a:lnTo>
                  <a:pt x="136128" y="272257"/>
                </a:lnTo>
                <a:cubicBezTo>
                  <a:pt x="60947" y="272257"/>
                  <a:pt x="0" y="211310"/>
                  <a:pt x="0" y="136128"/>
                </a:cubicBezTo>
                <a:lnTo>
                  <a:pt x="0" y="136128"/>
                </a:lnTo>
                <a:cubicBezTo>
                  <a:pt x="0" y="60947"/>
                  <a:pt x="60947" y="0"/>
                  <a:pt x="136128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7429899" y="3726515"/>
            <a:ext cx="119112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98433" y="3641435"/>
            <a:ext cx="404982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698433" y="3879659"/>
            <a:ext cx="404131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GCC AI education market valued at $1.2B (2024), projected to reach $5.1B by 2030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153920" y="5904569"/>
            <a:ext cx="4696430" cy="782738"/>
          </a:xfrm>
          <a:custGeom>
            <a:avLst/>
            <a:gdLst/>
            <a:ahLst/>
            <a:cxnLst/>
            <a:rect l="l" t="t" r="r" b="b"/>
            <a:pathLst>
              <a:path w="4696430" h="782738">
                <a:moveTo>
                  <a:pt x="102093" y="0"/>
                </a:moveTo>
                <a:lnTo>
                  <a:pt x="4594337" y="0"/>
                </a:lnTo>
                <a:cubicBezTo>
                  <a:pt x="4650721" y="0"/>
                  <a:pt x="4696430" y="45708"/>
                  <a:pt x="4696430" y="102093"/>
                </a:cubicBezTo>
                <a:lnTo>
                  <a:pt x="4696430" y="680646"/>
                </a:lnTo>
                <a:cubicBezTo>
                  <a:pt x="4696430" y="737030"/>
                  <a:pt x="4650721" y="782738"/>
                  <a:pt x="4594337" y="782738"/>
                </a:cubicBezTo>
                <a:lnTo>
                  <a:pt x="102093" y="782738"/>
                </a:lnTo>
                <a:cubicBezTo>
                  <a:pt x="45708" y="782738"/>
                  <a:pt x="0" y="737030"/>
                  <a:pt x="0" y="680646"/>
                </a:cubicBezTo>
                <a:lnTo>
                  <a:pt x="0" y="102093"/>
                </a:lnTo>
                <a:cubicBezTo>
                  <a:pt x="0" y="45746"/>
                  <a:pt x="45746" y="0"/>
                  <a:pt x="102093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Shape 51"/>
          <p:cNvSpPr/>
          <p:nvPr/>
        </p:nvSpPr>
        <p:spPr>
          <a:xfrm>
            <a:off x="7355985" y="6074730"/>
            <a:ext cx="148890" cy="170161"/>
          </a:xfrm>
          <a:custGeom>
            <a:avLst/>
            <a:gdLst/>
            <a:ahLst/>
            <a:cxnLst/>
            <a:rect l="l" t="t" r="r" b="b"/>
            <a:pathLst>
              <a:path w="148890" h="170161">
                <a:moveTo>
                  <a:pt x="0" y="71786"/>
                </a:moveTo>
                <a:cubicBezTo>
                  <a:pt x="0" y="49752"/>
                  <a:pt x="17847" y="31905"/>
                  <a:pt x="39881" y="31905"/>
                </a:cubicBezTo>
                <a:lnTo>
                  <a:pt x="42540" y="31905"/>
                </a:lnTo>
                <a:cubicBezTo>
                  <a:pt x="48423" y="31905"/>
                  <a:pt x="53175" y="36658"/>
                  <a:pt x="53175" y="42540"/>
                </a:cubicBezTo>
                <a:cubicBezTo>
                  <a:pt x="53175" y="48423"/>
                  <a:pt x="48423" y="53175"/>
                  <a:pt x="42540" y="53175"/>
                </a:cubicBezTo>
                <a:lnTo>
                  <a:pt x="39881" y="53175"/>
                </a:lnTo>
                <a:cubicBezTo>
                  <a:pt x="29612" y="53175"/>
                  <a:pt x="21270" y="61517"/>
                  <a:pt x="21270" y="71786"/>
                </a:cubicBezTo>
                <a:lnTo>
                  <a:pt x="21270" y="74445"/>
                </a:lnTo>
                <a:lnTo>
                  <a:pt x="42540" y="74445"/>
                </a:lnTo>
                <a:cubicBezTo>
                  <a:pt x="54272" y="74445"/>
                  <a:pt x="63810" y="83984"/>
                  <a:pt x="63810" y="95715"/>
                </a:cubicBezTo>
                <a:lnTo>
                  <a:pt x="63810" y="116985"/>
                </a:lnTo>
                <a:cubicBezTo>
                  <a:pt x="63810" y="128717"/>
                  <a:pt x="54272" y="138255"/>
                  <a:pt x="42540" y="138255"/>
                </a:cubicBezTo>
                <a:lnTo>
                  <a:pt x="21270" y="138255"/>
                </a:lnTo>
                <a:cubicBezTo>
                  <a:pt x="9538" y="138255"/>
                  <a:pt x="0" y="128717"/>
                  <a:pt x="0" y="116985"/>
                </a:cubicBezTo>
                <a:lnTo>
                  <a:pt x="0" y="71786"/>
                </a:lnTo>
                <a:close/>
                <a:moveTo>
                  <a:pt x="85080" y="71786"/>
                </a:moveTo>
                <a:cubicBezTo>
                  <a:pt x="85080" y="49752"/>
                  <a:pt x="102927" y="31905"/>
                  <a:pt x="124962" y="31905"/>
                </a:cubicBezTo>
                <a:lnTo>
                  <a:pt x="127620" y="31905"/>
                </a:lnTo>
                <a:cubicBezTo>
                  <a:pt x="133503" y="31905"/>
                  <a:pt x="138255" y="36658"/>
                  <a:pt x="138255" y="42540"/>
                </a:cubicBezTo>
                <a:cubicBezTo>
                  <a:pt x="138255" y="48423"/>
                  <a:pt x="133503" y="53175"/>
                  <a:pt x="127620" y="53175"/>
                </a:cubicBezTo>
                <a:lnTo>
                  <a:pt x="124962" y="53175"/>
                </a:lnTo>
                <a:cubicBezTo>
                  <a:pt x="114692" y="53175"/>
                  <a:pt x="106350" y="61517"/>
                  <a:pt x="106350" y="71786"/>
                </a:cubicBezTo>
                <a:lnTo>
                  <a:pt x="106350" y="74445"/>
                </a:lnTo>
                <a:lnTo>
                  <a:pt x="127620" y="74445"/>
                </a:lnTo>
                <a:cubicBezTo>
                  <a:pt x="139352" y="74445"/>
                  <a:pt x="148890" y="83984"/>
                  <a:pt x="148890" y="95715"/>
                </a:cubicBezTo>
                <a:lnTo>
                  <a:pt x="148890" y="116985"/>
                </a:lnTo>
                <a:cubicBezTo>
                  <a:pt x="148890" y="128717"/>
                  <a:pt x="139352" y="138255"/>
                  <a:pt x="127620" y="138255"/>
                </a:cubicBezTo>
                <a:lnTo>
                  <a:pt x="106350" y="138255"/>
                </a:lnTo>
                <a:cubicBezTo>
                  <a:pt x="94619" y="138255"/>
                  <a:pt x="85080" y="128717"/>
                  <a:pt x="85080" y="116985"/>
                </a:cubicBezTo>
                <a:lnTo>
                  <a:pt x="85080" y="71786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Text 52"/>
          <p:cNvSpPr/>
          <p:nvPr/>
        </p:nvSpPr>
        <p:spPr>
          <a:xfrm>
            <a:off x="7638877" y="6074730"/>
            <a:ext cx="383711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"Every government department will be assessed on AI usage and benefit."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64524" y="6346987"/>
            <a:ext cx="4415665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Omar Al Olama, UAE Minister of State for AI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38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kern="0" spc="99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572899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UAE Context: A Nation Leading AI Education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092088"/>
            <a:ext cx="5666326" cy="3705938"/>
          </a:xfrm>
          <a:custGeom>
            <a:avLst/>
            <a:gdLst/>
            <a:ahLst/>
            <a:cxnLst/>
            <a:rect l="l" t="t" r="r" b="b"/>
            <a:pathLst>
              <a:path w="5666326" h="3705938">
                <a:moveTo>
                  <a:pt x="35806" y="0"/>
                </a:moveTo>
                <a:lnTo>
                  <a:pt x="5630520" y="0"/>
                </a:lnTo>
                <a:cubicBezTo>
                  <a:pt x="5650295" y="0"/>
                  <a:pt x="5666326" y="16031"/>
                  <a:pt x="5666326" y="35806"/>
                </a:cubicBezTo>
                <a:lnTo>
                  <a:pt x="5666326" y="3598503"/>
                </a:lnTo>
                <a:cubicBezTo>
                  <a:pt x="5666326" y="3657838"/>
                  <a:pt x="5618226" y="3705938"/>
                  <a:pt x="5558891" y="3705938"/>
                </a:cubicBezTo>
                <a:lnTo>
                  <a:pt x="107435" y="3705938"/>
                </a:lnTo>
                <a:cubicBezTo>
                  <a:pt x="48100" y="3705938"/>
                  <a:pt x="0" y="3657838"/>
                  <a:pt x="0" y="3598503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58062" y="1092088"/>
            <a:ext cx="5666326" cy="35806"/>
          </a:xfrm>
          <a:custGeom>
            <a:avLst/>
            <a:gdLst/>
            <a:ahLst/>
            <a:cxnLst/>
            <a:rect l="l" t="t" r="r" b="b"/>
            <a:pathLst>
              <a:path w="5666326" h="35806">
                <a:moveTo>
                  <a:pt x="35806" y="0"/>
                </a:moveTo>
                <a:lnTo>
                  <a:pt x="5630520" y="0"/>
                </a:lnTo>
                <a:cubicBezTo>
                  <a:pt x="5650295" y="0"/>
                  <a:pt x="5666326" y="16031"/>
                  <a:pt x="5666326" y="35806"/>
                </a:cubicBezTo>
                <a:lnTo>
                  <a:pt x="5666326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12476" y="1289022"/>
            <a:ext cx="201410" cy="179031"/>
          </a:xfrm>
          <a:custGeom>
            <a:avLst/>
            <a:gdLst/>
            <a:ahLst/>
            <a:cxnLst/>
            <a:rect l="l" t="t" r="r" b="b"/>
            <a:pathLst>
              <a:path w="201410" h="179031">
                <a:moveTo>
                  <a:pt x="16784" y="68465"/>
                </a:moveTo>
                <a:lnTo>
                  <a:pt x="89935" y="98572"/>
                </a:lnTo>
                <a:cubicBezTo>
                  <a:pt x="93362" y="99971"/>
                  <a:pt x="96998" y="100705"/>
                  <a:pt x="100705" y="100705"/>
                </a:cubicBezTo>
                <a:cubicBezTo>
                  <a:pt x="104411" y="100705"/>
                  <a:pt x="108048" y="99971"/>
                  <a:pt x="111475" y="98572"/>
                </a:cubicBezTo>
                <a:lnTo>
                  <a:pt x="196235" y="63675"/>
                </a:lnTo>
                <a:cubicBezTo>
                  <a:pt x="199382" y="62381"/>
                  <a:pt x="201410" y="59339"/>
                  <a:pt x="201410" y="55947"/>
                </a:cubicBezTo>
                <a:cubicBezTo>
                  <a:pt x="201410" y="52555"/>
                  <a:pt x="199382" y="49513"/>
                  <a:pt x="196235" y="48219"/>
                </a:cubicBezTo>
                <a:lnTo>
                  <a:pt x="111475" y="13322"/>
                </a:lnTo>
                <a:cubicBezTo>
                  <a:pt x="108048" y="11924"/>
                  <a:pt x="104411" y="11189"/>
                  <a:pt x="100705" y="11189"/>
                </a:cubicBezTo>
                <a:cubicBezTo>
                  <a:pt x="96998" y="11189"/>
                  <a:pt x="93362" y="11924"/>
                  <a:pt x="89935" y="13322"/>
                </a:cubicBezTo>
                <a:lnTo>
                  <a:pt x="5175" y="48219"/>
                </a:lnTo>
                <a:cubicBezTo>
                  <a:pt x="2028" y="49513"/>
                  <a:pt x="0" y="52555"/>
                  <a:pt x="0" y="55947"/>
                </a:cubicBezTo>
                <a:lnTo>
                  <a:pt x="0" y="159449"/>
                </a:lnTo>
                <a:cubicBezTo>
                  <a:pt x="0" y="164100"/>
                  <a:pt x="3741" y="167841"/>
                  <a:pt x="8392" y="167841"/>
                </a:cubicBezTo>
                <a:cubicBezTo>
                  <a:pt x="13043" y="167841"/>
                  <a:pt x="16784" y="164100"/>
                  <a:pt x="16784" y="159449"/>
                </a:cubicBezTo>
                <a:lnTo>
                  <a:pt x="16784" y="68465"/>
                </a:lnTo>
                <a:close/>
                <a:moveTo>
                  <a:pt x="33568" y="93537"/>
                </a:moveTo>
                <a:lnTo>
                  <a:pt x="33568" y="134273"/>
                </a:lnTo>
                <a:cubicBezTo>
                  <a:pt x="33568" y="152806"/>
                  <a:pt x="63640" y="167841"/>
                  <a:pt x="100705" y="167841"/>
                </a:cubicBezTo>
                <a:cubicBezTo>
                  <a:pt x="137770" y="167841"/>
                  <a:pt x="167841" y="152806"/>
                  <a:pt x="167841" y="134273"/>
                </a:cubicBezTo>
                <a:lnTo>
                  <a:pt x="167841" y="93502"/>
                </a:lnTo>
                <a:lnTo>
                  <a:pt x="117874" y="114097"/>
                </a:lnTo>
                <a:cubicBezTo>
                  <a:pt x="112419" y="116335"/>
                  <a:pt x="106614" y="117489"/>
                  <a:pt x="100705" y="117489"/>
                </a:cubicBezTo>
                <a:cubicBezTo>
                  <a:pt x="94795" y="117489"/>
                  <a:pt x="88991" y="116335"/>
                  <a:pt x="83536" y="114097"/>
                </a:cubicBezTo>
                <a:lnTo>
                  <a:pt x="33568" y="93502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25075" y="1253216"/>
            <a:ext cx="524560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UAE AI Education Mandate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1286" y="1575471"/>
            <a:ext cx="5451489" cy="9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May 2025, the UAE approved a </a:t>
            </a:r>
            <a:r>
              <a:rPr lang="en-US" sz="1128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nationwide rollout of AI education</a:t>
            </a:r>
            <a:r>
              <a:rPr lang="en-US" sz="1128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students in government schools, from kindergarten to Grade 12, starting from the 2025-2026 academic year. This makes the UAE one of only two nations globally (alongside China) to mandate AI education at this scale.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1286" y="2613850"/>
            <a:ext cx="5379877" cy="1289022"/>
          </a:xfrm>
          <a:custGeom>
            <a:avLst/>
            <a:gdLst/>
            <a:ahLst/>
            <a:cxnLst/>
            <a:rect l="l" t="t" r="r" b="b"/>
            <a:pathLst>
              <a:path w="5379877" h="1289022">
                <a:moveTo>
                  <a:pt x="71618" y="0"/>
                </a:moveTo>
                <a:lnTo>
                  <a:pt x="5308259" y="0"/>
                </a:lnTo>
                <a:cubicBezTo>
                  <a:pt x="5347812" y="0"/>
                  <a:pt x="5379877" y="32064"/>
                  <a:pt x="5379877" y="71618"/>
                </a:cubicBezTo>
                <a:lnTo>
                  <a:pt x="5379877" y="1217404"/>
                </a:lnTo>
                <a:cubicBezTo>
                  <a:pt x="5379877" y="1256958"/>
                  <a:pt x="5347812" y="1289022"/>
                  <a:pt x="5308259" y="1289022"/>
                </a:cubicBezTo>
                <a:lnTo>
                  <a:pt x="71618" y="1289022"/>
                </a:lnTo>
                <a:cubicBezTo>
                  <a:pt x="32064" y="1289022"/>
                  <a:pt x="0" y="1256958"/>
                  <a:pt x="0" y="1217404"/>
                </a:cubicBezTo>
                <a:lnTo>
                  <a:pt x="0" y="71618"/>
                </a:lnTo>
                <a:cubicBezTo>
                  <a:pt x="0" y="32091"/>
                  <a:pt x="32091" y="0"/>
                  <a:pt x="7161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08705" y="2721269"/>
            <a:ext cx="522770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Curriculum Coverage (7 Key Areas):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132" y="3007718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742978" y="2971912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AI concepts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9899" y="3007718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3360744" y="2971912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&amp; algorithms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132" y="3222555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742978" y="3186749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 &amp; software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9899" y="3222555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3360744" y="3186749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Ethics &amp; awareness (25%)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2132" y="3437392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742978" y="3401586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39899" y="3437392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360744" y="3401586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&amp; project design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132" y="3652229"/>
            <a:ext cx="107419" cy="107419"/>
          </a:xfrm>
          <a:custGeom>
            <a:avLst/>
            <a:gdLst/>
            <a:ahLst/>
            <a:cxnLst/>
            <a:rect l="l" t="t" r="r" b="b"/>
            <a:pathLst>
              <a:path w="107419" h="107419">
                <a:moveTo>
                  <a:pt x="53709" y="107419"/>
                </a:moveTo>
                <a:cubicBezTo>
                  <a:pt x="83352" y="107419"/>
                  <a:pt x="107419" y="83352"/>
                  <a:pt x="107419" y="53709"/>
                </a:cubicBezTo>
                <a:cubicBezTo>
                  <a:pt x="107419" y="24066"/>
                  <a:pt x="83352" y="0"/>
                  <a:pt x="53709" y="0"/>
                </a:cubicBezTo>
                <a:cubicBezTo>
                  <a:pt x="24066" y="0"/>
                  <a:pt x="0" y="24066"/>
                  <a:pt x="0" y="53709"/>
                </a:cubicBezTo>
                <a:cubicBezTo>
                  <a:pt x="0" y="83352"/>
                  <a:pt x="24066" y="107419"/>
                  <a:pt x="53709" y="107419"/>
                </a:cubicBezTo>
                <a:close/>
                <a:moveTo>
                  <a:pt x="71417" y="44625"/>
                </a:moveTo>
                <a:lnTo>
                  <a:pt x="54632" y="71479"/>
                </a:lnTo>
                <a:cubicBezTo>
                  <a:pt x="53751" y="72885"/>
                  <a:pt x="52241" y="73766"/>
                  <a:pt x="50583" y="73850"/>
                </a:cubicBezTo>
                <a:cubicBezTo>
                  <a:pt x="48926" y="73934"/>
                  <a:pt x="47331" y="73179"/>
                  <a:pt x="46345" y="71836"/>
                </a:cubicBezTo>
                <a:lnTo>
                  <a:pt x="36275" y="58409"/>
                </a:lnTo>
                <a:cubicBezTo>
                  <a:pt x="34596" y="56185"/>
                  <a:pt x="35058" y="53038"/>
                  <a:pt x="37282" y="51359"/>
                </a:cubicBezTo>
                <a:cubicBezTo>
                  <a:pt x="39506" y="49681"/>
                  <a:pt x="42653" y="50143"/>
                  <a:pt x="44331" y="52367"/>
                </a:cubicBezTo>
                <a:lnTo>
                  <a:pt x="49996" y="59919"/>
                </a:lnTo>
                <a:lnTo>
                  <a:pt x="62878" y="39296"/>
                </a:lnTo>
                <a:cubicBezTo>
                  <a:pt x="64346" y="36946"/>
                  <a:pt x="67451" y="36212"/>
                  <a:pt x="69822" y="37701"/>
                </a:cubicBezTo>
                <a:cubicBezTo>
                  <a:pt x="72193" y="39191"/>
                  <a:pt x="72906" y="42275"/>
                  <a:pt x="71417" y="446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742978" y="3616423"/>
            <a:ext cx="247062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&amp; community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1286" y="4010291"/>
            <a:ext cx="5379877" cy="644511"/>
          </a:xfrm>
          <a:custGeom>
            <a:avLst/>
            <a:gdLst/>
            <a:ahLst/>
            <a:cxnLst/>
            <a:rect l="l" t="t" r="r" b="b"/>
            <a:pathLst>
              <a:path w="5379877" h="644511">
                <a:moveTo>
                  <a:pt x="71612" y="0"/>
                </a:moveTo>
                <a:lnTo>
                  <a:pt x="5308265" y="0"/>
                </a:lnTo>
                <a:cubicBezTo>
                  <a:pt x="5347815" y="0"/>
                  <a:pt x="5379877" y="32062"/>
                  <a:pt x="5379877" y="71612"/>
                </a:cubicBezTo>
                <a:lnTo>
                  <a:pt x="5379877" y="572899"/>
                </a:lnTo>
                <a:cubicBezTo>
                  <a:pt x="5379877" y="612449"/>
                  <a:pt x="5347815" y="644511"/>
                  <a:pt x="5308265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554996" y="4117709"/>
            <a:ext cx="90410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1850" y="4404159"/>
            <a:ext cx="850396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Teachers Trained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41899" y="4117709"/>
            <a:ext cx="94886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68754" y="4404159"/>
            <a:ext cx="895154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Annually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72721" y="4117709"/>
            <a:ext cx="85039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K-12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99576" y="4404159"/>
            <a:ext cx="796687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Grade Levels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8062" y="4923348"/>
            <a:ext cx="5666326" cy="1933533"/>
          </a:xfrm>
          <a:custGeom>
            <a:avLst/>
            <a:gdLst/>
            <a:ahLst/>
            <a:cxnLst/>
            <a:rect l="l" t="t" r="r" b="b"/>
            <a:pathLst>
              <a:path w="5666326" h="1933533">
                <a:moveTo>
                  <a:pt x="35806" y="0"/>
                </a:moveTo>
                <a:lnTo>
                  <a:pt x="5630520" y="0"/>
                </a:lnTo>
                <a:cubicBezTo>
                  <a:pt x="5650295" y="0"/>
                  <a:pt x="5666326" y="16031"/>
                  <a:pt x="5666326" y="35806"/>
                </a:cubicBezTo>
                <a:lnTo>
                  <a:pt x="5666326" y="1826106"/>
                </a:lnTo>
                <a:cubicBezTo>
                  <a:pt x="5666326" y="1885436"/>
                  <a:pt x="5618229" y="1933533"/>
                  <a:pt x="5558899" y="1933533"/>
                </a:cubicBezTo>
                <a:lnTo>
                  <a:pt x="107427" y="1933533"/>
                </a:lnTo>
                <a:cubicBezTo>
                  <a:pt x="48097" y="1933533"/>
                  <a:pt x="0" y="1885436"/>
                  <a:pt x="0" y="1826106"/>
                </a:cubicBezTo>
                <a:lnTo>
                  <a:pt x="0" y="35806"/>
                </a:lnTo>
                <a:cubicBezTo>
                  <a:pt x="0" y="16044"/>
                  <a:pt x="16044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358062" y="4923348"/>
            <a:ext cx="5666326" cy="35806"/>
          </a:xfrm>
          <a:custGeom>
            <a:avLst/>
            <a:gdLst/>
            <a:ahLst/>
            <a:cxnLst/>
            <a:rect l="l" t="t" r="r" b="b"/>
            <a:pathLst>
              <a:path w="5666326" h="35806">
                <a:moveTo>
                  <a:pt x="35806" y="0"/>
                </a:moveTo>
                <a:lnTo>
                  <a:pt x="5630520" y="0"/>
                </a:lnTo>
                <a:cubicBezTo>
                  <a:pt x="5650295" y="0"/>
                  <a:pt x="5666326" y="16031"/>
                  <a:pt x="5666326" y="35806"/>
                </a:cubicBezTo>
                <a:lnTo>
                  <a:pt x="5666326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Shape 32"/>
          <p:cNvSpPr/>
          <p:nvPr/>
        </p:nvSpPr>
        <p:spPr>
          <a:xfrm>
            <a:off x="533736" y="5129233"/>
            <a:ext cx="140987" cy="161128"/>
          </a:xfrm>
          <a:custGeom>
            <a:avLst/>
            <a:gdLst/>
            <a:ahLst/>
            <a:cxnLst/>
            <a:rect l="l" t="t" r="r" b="b"/>
            <a:pathLst>
              <a:path w="140987" h="161128">
                <a:moveTo>
                  <a:pt x="20141" y="10070"/>
                </a:moveTo>
                <a:cubicBezTo>
                  <a:pt x="20141" y="4500"/>
                  <a:pt x="15641" y="0"/>
                  <a:pt x="10070" y="0"/>
                </a:cubicBezTo>
                <a:cubicBezTo>
                  <a:pt x="4500" y="0"/>
                  <a:pt x="0" y="4500"/>
                  <a:pt x="0" y="10070"/>
                </a:cubicBezTo>
                <a:lnTo>
                  <a:pt x="0" y="151057"/>
                </a:lnTo>
                <a:cubicBezTo>
                  <a:pt x="0" y="156628"/>
                  <a:pt x="4500" y="161128"/>
                  <a:pt x="10070" y="161128"/>
                </a:cubicBezTo>
                <a:cubicBezTo>
                  <a:pt x="15641" y="161128"/>
                  <a:pt x="20141" y="156628"/>
                  <a:pt x="20141" y="151057"/>
                </a:cubicBezTo>
                <a:lnTo>
                  <a:pt x="20141" y="112789"/>
                </a:lnTo>
                <a:lnTo>
                  <a:pt x="39873" y="106873"/>
                </a:lnTo>
                <a:cubicBezTo>
                  <a:pt x="53059" y="102908"/>
                  <a:pt x="67283" y="104135"/>
                  <a:pt x="79588" y="110303"/>
                </a:cubicBezTo>
                <a:cubicBezTo>
                  <a:pt x="93026" y="117038"/>
                  <a:pt x="108698" y="117856"/>
                  <a:pt x="122766" y="112569"/>
                </a:cubicBezTo>
                <a:lnTo>
                  <a:pt x="134441" y="108195"/>
                </a:lnTo>
                <a:cubicBezTo>
                  <a:pt x="138375" y="106716"/>
                  <a:pt x="140987" y="102971"/>
                  <a:pt x="140987" y="98754"/>
                </a:cubicBezTo>
                <a:lnTo>
                  <a:pt x="140987" y="20802"/>
                </a:lnTo>
                <a:cubicBezTo>
                  <a:pt x="140987" y="13564"/>
                  <a:pt x="133371" y="8843"/>
                  <a:pt x="126888" y="12085"/>
                </a:cubicBezTo>
                <a:lnTo>
                  <a:pt x="123175" y="13941"/>
                </a:lnTo>
                <a:cubicBezTo>
                  <a:pt x="109044" y="21022"/>
                  <a:pt x="92397" y="21022"/>
                  <a:pt x="78235" y="13941"/>
                </a:cubicBezTo>
                <a:cubicBezTo>
                  <a:pt x="66780" y="8214"/>
                  <a:pt x="53594" y="7081"/>
                  <a:pt x="41352" y="10763"/>
                </a:cubicBezTo>
                <a:lnTo>
                  <a:pt x="20141" y="17120"/>
                </a:lnTo>
                <a:lnTo>
                  <a:pt x="20141" y="10070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707172" y="5084476"/>
            <a:ext cx="525455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Economy Strategy 2031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1286" y="5406731"/>
            <a:ext cx="5451489" cy="698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UAE's </a:t>
            </a:r>
            <a:r>
              <a:rPr lang="en-US" sz="1128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Economy Strategy</a:t>
            </a:r>
            <a:r>
              <a:rPr lang="en-US" sz="1128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targets increasing the digital economy's contribution to GDP from </a:t>
            </a:r>
            <a:r>
              <a:rPr lang="en-US" sz="1128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11.7% (2021) to over 20% by 2031</a:t>
            </a:r>
            <a:r>
              <a:rPr lang="en-US" sz="1128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AI is positioned as a cornerstone of this transformation.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1286" y="6176564"/>
            <a:ext cx="2631753" cy="537093"/>
          </a:xfrm>
          <a:custGeom>
            <a:avLst/>
            <a:gdLst/>
            <a:ahLst/>
            <a:cxnLst/>
            <a:rect l="l" t="t" r="r" b="b"/>
            <a:pathLst>
              <a:path w="2631753" h="537093">
                <a:moveTo>
                  <a:pt x="71611" y="0"/>
                </a:moveTo>
                <a:lnTo>
                  <a:pt x="2560143" y="0"/>
                </a:lnTo>
                <a:cubicBezTo>
                  <a:pt x="2599692" y="0"/>
                  <a:pt x="2631753" y="32061"/>
                  <a:pt x="2631753" y="71611"/>
                </a:cubicBezTo>
                <a:lnTo>
                  <a:pt x="2631753" y="465482"/>
                </a:lnTo>
                <a:cubicBezTo>
                  <a:pt x="2631753" y="505031"/>
                  <a:pt x="2599692" y="537093"/>
                  <a:pt x="2560143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528141" y="6248176"/>
            <a:ext cx="257804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$96B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6044" y="6498819"/>
            <a:ext cx="2542238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Contribution by 2030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44374" y="6176564"/>
            <a:ext cx="2631753" cy="537093"/>
          </a:xfrm>
          <a:custGeom>
            <a:avLst/>
            <a:gdLst/>
            <a:ahLst/>
            <a:cxnLst/>
            <a:rect l="l" t="t" r="r" b="b"/>
            <a:pathLst>
              <a:path w="2631753" h="537093">
                <a:moveTo>
                  <a:pt x="71611" y="0"/>
                </a:moveTo>
                <a:lnTo>
                  <a:pt x="2560143" y="0"/>
                </a:lnTo>
                <a:cubicBezTo>
                  <a:pt x="2599692" y="0"/>
                  <a:pt x="2631753" y="32061"/>
                  <a:pt x="2631753" y="71611"/>
                </a:cubicBezTo>
                <a:lnTo>
                  <a:pt x="2631753" y="465482"/>
                </a:lnTo>
                <a:cubicBezTo>
                  <a:pt x="2631753" y="505031"/>
                  <a:pt x="2599692" y="537093"/>
                  <a:pt x="2560143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3271229" y="6248176"/>
            <a:ext cx="257804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89132" y="6498819"/>
            <a:ext cx="2542238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AI Leader Target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6563" y="1074185"/>
            <a:ext cx="5666326" cy="3526907"/>
          </a:xfrm>
          <a:custGeom>
            <a:avLst/>
            <a:gdLst/>
            <a:ahLst/>
            <a:cxnLst/>
            <a:rect l="l" t="t" r="r" b="b"/>
            <a:pathLst>
              <a:path w="5666326" h="3526907">
                <a:moveTo>
                  <a:pt x="107430" y="0"/>
                </a:moveTo>
                <a:lnTo>
                  <a:pt x="5558896" y="0"/>
                </a:lnTo>
                <a:cubicBezTo>
                  <a:pt x="5618228" y="0"/>
                  <a:pt x="5666326" y="48098"/>
                  <a:pt x="5666326" y="107430"/>
                </a:cubicBezTo>
                <a:lnTo>
                  <a:pt x="5666326" y="3419478"/>
                </a:lnTo>
                <a:cubicBezTo>
                  <a:pt x="5666326" y="3478810"/>
                  <a:pt x="5618228" y="3526907"/>
                  <a:pt x="5558896" y="3526907"/>
                </a:cubicBezTo>
                <a:lnTo>
                  <a:pt x="107430" y="3526907"/>
                </a:lnTo>
                <a:cubicBezTo>
                  <a:pt x="48098" y="3526907"/>
                  <a:pt x="0" y="3478810"/>
                  <a:pt x="0" y="3419478"/>
                </a:cubicBezTo>
                <a:lnTo>
                  <a:pt x="0" y="107430"/>
                </a:lnTo>
                <a:cubicBezTo>
                  <a:pt x="0" y="48138"/>
                  <a:pt x="48138" y="0"/>
                  <a:pt x="1074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6309788" y="1217410"/>
            <a:ext cx="546939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GCC AI Education Market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9788" y="1539665"/>
            <a:ext cx="5442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 and growth trajectory</a:t>
            </a:r>
            <a:endParaRPr lang="en-US" sz="1600" dirty="0"/>
          </a:p>
        </p:txBody>
      </p:sp>
      <p:pic>
        <p:nvPicPr>
          <p:cNvPr id="46" name="Image 0" descr="https://kimi-img.moonshot.cn/pub/slides/26-02-24-20:26:30-d6ephtgl3dc60bp1o4a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788" y="1790308"/>
            <a:ext cx="5012863" cy="1790308"/>
          </a:xfrm>
          <a:prstGeom prst="roundRect">
            <a:avLst>
              <a:gd name="adj" fmla="val 0"/>
            </a:avLst>
          </a:prstGeom>
        </p:spPr>
      </p:pic>
      <p:sp>
        <p:nvSpPr>
          <p:cNvPr id="47" name="Shape 44"/>
          <p:cNvSpPr/>
          <p:nvPr/>
        </p:nvSpPr>
        <p:spPr>
          <a:xfrm>
            <a:off x="6309788" y="3652229"/>
            <a:ext cx="1745551" cy="537093"/>
          </a:xfrm>
          <a:custGeom>
            <a:avLst/>
            <a:gdLst/>
            <a:ahLst/>
            <a:cxnLst/>
            <a:rect l="l" t="t" r="r" b="b"/>
            <a:pathLst>
              <a:path w="1745551" h="537093">
                <a:moveTo>
                  <a:pt x="71611" y="0"/>
                </a:moveTo>
                <a:lnTo>
                  <a:pt x="1673940" y="0"/>
                </a:lnTo>
                <a:cubicBezTo>
                  <a:pt x="1713490" y="0"/>
                  <a:pt x="1745551" y="32061"/>
                  <a:pt x="1745551" y="71611"/>
                </a:cubicBezTo>
                <a:lnTo>
                  <a:pt x="1745551" y="465482"/>
                </a:lnTo>
                <a:cubicBezTo>
                  <a:pt x="1745551" y="505031"/>
                  <a:pt x="1713490" y="537093"/>
                  <a:pt x="1673940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Text 45"/>
          <p:cNvSpPr/>
          <p:nvPr/>
        </p:nvSpPr>
        <p:spPr>
          <a:xfrm>
            <a:off x="6341118" y="3723841"/>
            <a:ext cx="168289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$1.2B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54546" y="3974485"/>
            <a:ext cx="1656035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Market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126601" y="3652229"/>
            <a:ext cx="1745551" cy="537093"/>
          </a:xfrm>
          <a:custGeom>
            <a:avLst/>
            <a:gdLst/>
            <a:ahLst/>
            <a:cxnLst/>
            <a:rect l="l" t="t" r="r" b="b"/>
            <a:pathLst>
              <a:path w="1745551" h="537093">
                <a:moveTo>
                  <a:pt x="71611" y="0"/>
                </a:moveTo>
                <a:lnTo>
                  <a:pt x="1673940" y="0"/>
                </a:lnTo>
                <a:cubicBezTo>
                  <a:pt x="1713490" y="0"/>
                  <a:pt x="1745551" y="32061"/>
                  <a:pt x="1745551" y="71611"/>
                </a:cubicBezTo>
                <a:lnTo>
                  <a:pt x="1745551" y="465482"/>
                </a:lnTo>
                <a:cubicBezTo>
                  <a:pt x="1745551" y="505031"/>
                  <a:pt x="1713490" y="537093"/>
                  <a:pt x="1673940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8"/>
          <p:cNvSpPr/>
          <p:nvPr/>
        </p:nvSpPr>
        <p:spPr>
          <a:xfrm>
            <a:off x="8157932" y="3723841"/>
            <a:ext cx="168289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35%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171359" y="3974485"/>
            <a:ext cx="1656035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CAGR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943415" y="3652229"/>
            <a:ext cx="1745551" cy="537093"/>
          </a:xfrm>
          <a:custGeom>
            <a:avLst/>
            <a:gdLst/>
            <a:ahLst/>
            <a:cxnLst/>
            <a:rect l="l" t="t" r="r" b="b"/>
            <a:pathLst>
              <a:path w="1745551" h="537093">
                <a:moveTo>
                  <a:pt x="71611" y="0"/>
                </a:moveTo>
                <a:lnTo>
                  <a:pt x="1673940" y="0"/>
                </a:lnTo>
                <a:cubicBezTo>
                  <a:pt x="1713490" y="0"/>
                  <a:pt x="1745551" y="32061"/>
                  <a:pt x="1745551" y="71611"/>
                </a:cubicBezTo>
                <a:lnTo>
                  <a:pt x="1745551" y="465482"/>
                </a:lnTo>
                <a:cubicBezTo>
                  <a:pt x="1745551" y="505031"/>
                  <a:pt x="1713490" y="537093"/>
                  <a:pt x="1673940" y="537093"/>
                </a:cubicBezTo>
                <a:lnTo>
                  <a:pt x="71611" y="537093"/>
                </a:lnTo>
                <a:cubicBezTo>
                  <a:pt x="32061" y="537093"/>
                  <a:pt x="0" y="505031"/>
                  <a:pt x="0" y="465482"/>
                </a:cubicBezTo>
                <a:lnTo>
                  <a:pt x="0" y="71611"/>
                </a:lnTo>
                <a:cubicBezTo>
                  <a:pt x="0" y="32088"/>
                  <a:pt x="32088" y="0"/>
                  <a:pt x="7161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Text 51"/>
          <p:cNvSpPr/>
          <p:nvPr/>
        </p:nvSpPr>
        <p:spPr>
          <a:xfrm>
            <a:off x="9974745" y="3723841"/>
            <a:ext cx="168289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$5.1B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988172" y="3974485"/>
            <a:ext cx="1656035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2030 Projection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166563" y="4708511"/>
            <a:ext cx="5666326" cy="2148370"/>
          </a:xfrm>
          <a:custGeom>
            <a:avLst/>
            <a:gdLst/>
            <a:ahLst/>
            <a:cxnLst/>
            <a:rect l="l" t="t" r="r" b="b"/>
            <a:pathLst>
              <a:path w="5666326" h="2148370">
                <a:moveTo>
                  <a:pt x="107419" y="0"/>
                </a:moveTo>
                <a:lnTo>
                  <a:pt x="5558907" y="0"/>
                </a:lnTo>
                <a:cubicBezTo>
                  <a:pt x="5618233" y="0"/>
                  <a:pt x="5666326" y="48093"/>
                  <a:pt x="5666326" y="107419"/>
                </a:cubicBezTo>
                <a:lnTo>
                  <a:pt x="5666326" y="2040952"/>
                </a:lnTo>
                <a:cubicBezTo>
                  <a:pt x="5666326" y="2100277"/>
                  <a:pt x="5618233" y="2148370"/>
                  <a:pt x="5558907" y="2148370"/>
                </a:cubicBezTo>
                <a:lnTo>
                  <a:pt x="107419" y="2148370"/>
                </a:lnTo>
                <a:cubicBezTo>
                  <a:pt x="48093" y="2148370"/>
                  <a:pt x="0" y="2100277"/>
                  <a:pt x="0" y="2040952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Text 54"/>
          <p:cNvSpPr/>
          <p:nvPr/>
        </p:nvSpPr>
        <p:spPr>
          <a:xfrm>
            <a:off x="6309788" y="4851736"/>
            <a:ext cx="5460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Opportunity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309788" y="5173991"/>
            <a:ext cx="5451489" cy="9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LMS systems are reactive and fragmented. UAE's mandate requires </a:t>
            </a:r>
            <a:r>
              <a:rPr lang="en-US" sz="11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predictive, AI-native platforms</a:t>
            </a:r>
            <a:r>
              <a:rPr lang="en-US" sz="112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continuously monitor, track, and recommend interventions—creating a strategic opportunity to lead regional educational transformation.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309788" y="6212370"/>
            <a:ext cx="5379877" cy="501286"/>
          </a:xfrm>
          <a:custGeom>
            <a:avLst/>
            <a:gdLst/>
            <a:ahLst/>
            <a:cxnLst/>
            <a:rect l="l" t="t" r="r" b="b"/>
            <a:pathLst>
              <a:path w="5379877" h="501286">
                <a:moveTo>
                  <a:pt x="71614" y="0"/>
                </a:moveTo>
                <a:lnTo>
                  <a:pt x="5308263" y="0"/>
                </a:lnTo>
                <a:cubicBezTo>
                  <a:pt x="5347814" y="0"/>
                  <a:pt x="5379877" y="32063"/>
                  <a:pt x="5379877" y="71614"/>
                </a:cubicBezTo>
                <a:lnTo>
                  <a:pt x="5379877" y="429673"/>
                </a:lnTo>
                <a:cubicBezTo>
                  <a:pt x="5379877" y="469224"/>
                  <a:pt x="5347814" y="501286"/>
                  <a:pt x="5308263" y="501286"/>
                </a:cubicBezTo>
                <a:lnTo>
                  <a:pt x="71614" y="501286"/>
                </a:lnTo>
                <a:cubicBezTo>
                  <a:pt x="32089" y="501286"/>
                  <a:pt x="0" y="469197"/>
                  <a:pt x="0" y="429673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0" name="Shape 57"/>
          <p:cNvSpPr/>
          <p:nvPr/>
        </p:nvSpPr>
        <p:spPr>
          <a:xfrm>
            <a:off x="6419444" y="6382449"/>
            <a:ext cx="120846" cy="161128"/>
          </a:xfrm>
          <a:custGeom>
            <a:avLst/>
            <a:gdLst/>
            <a:ahLst/>
            <a:cxnLst/>
            <a:rect l="l" t="t" r="r" b="b"/>
            <a:pathLst>
              <a:path w="120846" h="161128">
                <a:moveTo>
                  <a:pt x="92176" y="120846"/>
                </a:moveTo>
                <a:cubicBezTo>
                  <a:pt x="94474" y="113828"/>
                  <a:pt x="99068" y="107471"/>
                  <a:pt x="104261" y="101995"/>
                </a:cubicBezTo>
                <a:cubicBezTo>
                  <a:pt x="114552" y="91169"/>
                  <a:pt x="120846" y="76536"/>
                  <a:pt x="120846" y="60423"/>
                </a:cubicBezTo>
                <a:cubicBezTo>
                  <a:pt x="120846" y="27064"/>
                  <a:pt x="93781" y="0"/>
                  <a:pt x="60423" y="0"/>
                </a:cubicBezTo>
                <a:cubicBezTo>
                  <a:pt x="27064" y="0"/>
                  <a:pt x="0" y="27064"/>
                  <a:pt x="0" y="60423"/>
                </a:cubicBezTo>
                <a:cubicBezTo>
                  <a:pt x="0" y="76536"/>
                  <a:pt x="6294" y="91169"/>
                  <a:pt x="16585" y="101995"/>
                </a:cubicBezTo>
                <a:cubicBezTo>
                  <a:pt x="21777" y="107471"/>
                  <a:pt x="26404" y="113828"/>
                  <a:pt x="28669" y="120846"/>
                </a:cubicBezTo>
                <a:lnTo>
                  <a:pt x="92145" y="120846"/>
                </a:lnTo>
                <a:close/>
                <a:moveTo>
                  <a:pt x="90634" y="135952"/>
                </a:moveTo>
                <a:lnTo>
                  <a:pt x="30211" y="135952"/>
                </a:lnTo>
                <a:lnTo>
                  <a:pt x="30211" y="140987"/>
                </a:lnTo>
                <a:cubicBezTo>
                  <a:pt x="30211" y="154897"/>
                  <a:pt x="41478" y="166163"/>
                  <a:pt x="55388" y="166163"/>
                </a:cubicBezTo>
                <a:lnTo>
                  <a:pt x="65458" y="166163"/>
                </a:lnTo>
                <a:cubicBezTo>
                  <a:pt x="79368" y="166163"/>
                  <a:pt x="90634" y="154897"/>
                  <a:pt x="90634" y="140987"/>
                </a:cubicBezTo>
                <a:lnTo>
                  <a:pt x="90634" y="135952"/>
                </a:lnTo>
                <a:close/>
                <a:moveTo>
                  <a:pt x="57905" y="35247"/>
                </a:moveTo>
                <a:cubicBezTo>
                  <a:pt x="45380" y="35247"/>
                  <a:pt x="35247" y="45380"/>
                  <a:pt x="35247" y="57905"/>
                </a:cubicBezTo>
                <a:cubicBezTo>
                  <a:pt x="35247" y="62091"/>
                  <a:pt x="31879" y="65458"/>
                  <a:pt x="27694" y="65458"/>
                </a:cubicBezTo>
                <a:cubicBezTo>
                  <a:pt x="23508" y="65458"/>
                  <a:pt x="20141" y="62091"/>
                  <a:pt x="20141" y="57905"/>
                </a:cubicBezTo>
                <a:cubicBezTo>
                  <a:pt x="20141" y="37041"/>
                  <a:pt x="37041" y="20141"/>
                  <a:pt x="57905" y="20141"/>
                </a:cubicBezTo>
                <a:cubicBezTo>
                  <a:pt x="62091" y="20141"/>
                  <a:pt x="65458" y="23508"/>
                  <a:pt x="65458" y="27694"/>
                </a:cubicBezTo>
                <a:cubicBezTo>
                  <a:pt x="65458" y="31879"/>
                  <a:pt x="62091" y="35247"/>
                  <a:pt x="57905" y="35247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1" name="Text 58"/>
          <p:cNvSpPr/>
          <p:nvPr/>
        </p:nvSpPr>
        <p:spPr>
          <a:xfrm>
            <a:off x="6646869" y="6283982"/>
            <a:ext cx="5030767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98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Early adopters will establish competitive advantage and regional thought leadership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kern="0" spc="10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583611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Challenge: Why Traditional Systems Fall Short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995" y="1094271"/>
            <a:ext cx="3702283" cy="1787309"/>
          </a:xfrm>
          <a:custGeom>
            <a:avLst/>
            <a:gdLst/>
            <a:ahLst/>
            <a:cxnLst/>
            <a:rect l="l" t="t" r="r" b="b"/>
            <a:pathLst>
              <a:path w="3702283" h="1787309">
                <a:moveTo>
                  <a:pt x="36476" y="0"/>
                </a:moveTo>
                <a:lnTo>
                  <a:pt x="3592864" y="0"/>
                </a:lnTo>
                <a:cubicBezTo>
                  <a:pt x="3653294" y="0"/>
                  <a:pt x="3702283" y="48989"/>
                  <a:pt x="3702283" y="109419"/>
                </a:cubicBezTo>
                <a:lnTo>
                  <a:pt x="3702283" y="1677890"/>
                </a:lnTo>
                <a:cubicBezTo>
                  <a:pt x="3702283" y="1738320"/>
                  <a:pt x="3653294" y="1787309"/>
                  <a:pt x="3592864" y="1787309"/>
                </a:cubicBez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44"/>
                  <a:pt x="16344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82995" y="1094271"/>
            <a:ext cx="36476" cy="1787309"/>
          </a:xfrm>
          <a:custGeom>
            <a:avLst/>
            <a:gdLst/>
            <a:ahLst/>
            <a:cxnLst/>
            <a:rect l="l" t="t" r="r" b="b"/>
            <a:pathLst>
              <a:path w="36476" h="1787309">
                <a:moveTo>
                  <a:pt x="36476" y="0"/>
                </a:moveTo>
                <a:lnTo>
                  <a:pt x="36476" y="0"/>
                </a:lnTo>
                <a:lnTo>
                  <a:pt x="36476" y="1787309"/>
                </a:ln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47135" y="124017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63402" y="1367838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02588" y="22797"/>
                </a:moveTo>
                <a:cubicBezTo>
                  <a:pt x="140346" y="22797"/>
                  <a:pt x="170980" y="53431"/>
                  <a:pt x="170980" y="91189"/>
                </a:cubicBezTo>
                <a:cubicBezTo>
                  <a:pt x="170980" y="128947"/>
                  <a:pt x="140346" y="159581"/>
                  <a:pt x="102588" y="159581"/>
                </a:cubicBezTo>
                <a:cubicBezTo>
                  <a:pt x="79363" y="159581"/>
                  <a:pt x="58810" y="148004"/>
                  <a:pt x="46450" y="130265"/>
                </a:cubicBezTo>
                <a:cubicBezTo>
                  <a:pt x="42852" y="125100"/>
                  <a:pt x="35728" y="123853"/>
                  <a:pt x="30563" y="127451"/>
                </a:cubicBezTo>
                <a:cubicBezTo>
                  <a:pt x="25398" y="131049"/>
                  <a:pt x="24151" y="138173"/>
                  <a:pt x="27749" y="143338"/>
                </a:cubicBezTo>
                <a:cubicBezTo>
                  <a:pt x="44205" y="166919"/>
                  <a:pt x="71598" y="182378"/>
                  <a:pt x="102588" y="182378"/>
                </a:cubicBezTo>
                <a:cubicBezTo>
                  <a:pt x="152956" y="182378"/>
                  <a:pt x="193777" y="141557"/>
                  <a:pt x="193777" y="91189"/>
                </a:cubicBezTo>
                <a:cubicBezTo>
                  <a:pt x="193777" y="40821"/>
                  <a:pt x="152956" y="0"/>
                  <a:pt x="102588" y="0"/>
                </a:cubicBezTo>
                <a:cubicBezTo>
                  <a:pt x="72061" y="0"/>
                  <a:pt x="45060" y="14996"/>
                  <a:pt x="28497" y="38007"/>
                </a:cubicBezTo>
                <a:lnTo>
                  <a:pt x="28497" y="28497"/>
                </a:lnTo>
                <a:cubicBezTo>
                  <a:pt x="28497" y="22192"/>
                  <a:pt x="23403" y="17098"/>
                  <a:pt x="17098" y="17098"/>
                </a:cubicBezTo>
                <a:cubicBezTo>
                  <a:pt x="10793" y="17098"/>
                  <a:pt x="5699" y="22192"/>
                  <a:pt x="5699" y="28497"/>
                </a:cubicBezTo>
                <a:lnTo>
                  <a:pt x="5699" y="68392"/>
                </a:lnTo>
                <a:cubicBezTo>
                  <a:pt x="5699" y="74697"/>
                  <a:pt x="10793" y="79791"/>
                  <a:pt x="17098" y="79791"/>
                </a:cubicBezTo>
                <a:lnTo>
                  <a:pt x="25861" y="79791"/>
                </a:lnTo>
                <a:cubicBezTo>
                  <a:pt x="26039" y="79791"/>
                  <a:pt x="26217" y="79791"/>
                  <a:pt x="26395" y="79791"/>
                </a:cubicBezTo>
                <a:lnTo>
                  <a:pt x="57029" y="79791"/>
                </a:lnTo>
                <a:cubicBezTo>
                  <a:pt x="63334" y="79791"/>
                  <a:pt x="68428" y="74697"/>
                  <a:pt x="68428" y="68392"/>
                </a:cubicBezTo>
                <a:cubicBezTo>
                  <a:pt x="68428" y="62087"/>
                  <a:pt x="63334" y="56993"/>
                  <a:pt x="57029" y="56993"/>
                </a:cubicBezTo>
                <a:lnTo>
                  <a:pt x="43386" y="56993"/>
                </a:lnTo>
                <a:cubicBezTo>
                  <a:pt x="55177" y="36547"/>
                  <a:pt x="77297" y="22797"/>
                  <a:pt x="102588" y="22797"/>
                </a:cubicBezTo>
                <a:close/>
                <a:moveTo>
                  <a:pt x="111137" y="54144"/>
                </a:moveTo>
                <a:cubicBezTo>
                  <a:pt x="111137" y="49406"/>
                  <a:pt x="107325" y="45595"/>
                  <a:pt x="102588" y="45595"/>
                </a:cubicBezTo>
                <a:cubicBezTo>
                  <a:pt x="97850" y="45595"/>
                  <a:pt x="94039" y="49406"/>
                  <a:pt x="94039" y="54144"/>
                </a:cubicBezTo>
                <a:lnTo>
                  <a:pt x="94039" y="91189"/>
                </a:lnTo>
                <a:cubicBezTo>
                  <a:pt x="94039" y="93469"/>
                  <a:pt x="94929" y="95642"/>
                  <a:pt x="96532" y="97245"/>
                </a:cubicBezTo>
                <a:lnTo>
                  <a:pt x="122179" y="122892"/>
                </a:lnTo>
                <a:cubicBezTo>
                  <a:pt x="125528" y="126240"/>
                  <a:pt x="130942" y="126240"/>
                  <a:pt x="134255" y="122892"/>
                </a:cubicBezTo>
                <a:cubicBezTo>
                  <a:pt x="137568" y="119543"/>
                  <a:pt x="137603" y="114129"/>
                  <a:pt x="134255" y="110816"/>
                </a:cubicBezTo>
                <a:lnTo>
                  <a:pt x="111101" y="87663"/>
                </a:lnTo>
                <a:lnTo>
                  <a:pt x="111101" y="54144"/>
                </a:ln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094271" y="1331363"/>
            <a:ext cx="180554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Reactive, Not Predictive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135" y="1787309"/>
            <a:ext cx="3465191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systems report what happened, not what will happen. Educators discover student struggles after grades drop, missing critical intervention windows.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2054" y="1094271"/>
            <a:ext cx="3702283" cy="1787309"/>
          </a:xfrm>
          <a:custGeom>
            <a:avLst/>
            <a:gdLst/>
            <a:ahLst/>
            <a:cxnLst/>
            <a:rect l="l" t="t" r="r" b="b"/>
            <a:pathLst>
              <a:path w="3702283" h="1787309">
                <a:moveTo>
                  <a:pt x="36476" y="0"/>
                </a:moveTo>
                <a:lnTo>
                  <a:pt x="3592864" y="0"/>
                </a:lnTo>
                <a:cubicBezTo>
                  <a:pt x="3653294" y="0"/>
                  <a:pt x="3702283" y="48989"/>
                  <a:pt x="3702283" y="109419"/>
                </a:cubicBezTo>
                <a:lnTo>
                  <a:pt x="3702283" y="1677890"/>
                </a:lnTo>
                <a:cubicBezTo>
                  <a:pt x="3702283" y="1738320"/>
                  <a:pt x="3653294" y="1787309"/>
                  <a:pt x="3592864" y="1787309"/>
                </a:cubicBez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44"/>
                  <a:pt x="16344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252054" y="1094271"/>
            <a:ext cx="36476" cy="1787309"/>
          </a:xfrm>
          <a:custGeom>
            <a:avLst/>
            <a:gdLst/>
            <a:ahLst/>
            <a:cxnLst/>
            <a:rect l="l" t="t" r="r" b="b"/>
            <a:pathLst>
              <a:path w="36476" h="1787309">
                <a:moveTo>
                  <a:pt x="36476" y="0"/>
                </a:moveTo>
                <a:lnTo>
                  <a:pt x="36476" y="0"/>
                </a:lnTo>
                <a:lnTo>
                  <a:pt x="36476" y="1787309"/>
                </a:ln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4416195" y="124017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4543860" y="1367838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79791" y="0"/>
                </a:moveTo>
                <a:cubicBezTo>
                  <a:pt x="92365" y="0"/>
                  <a:pt x="102588" y="7658"/>
                  <a:pt x="102588" y="17098"/>
                </a:cubicBezTo>
                <a:cubicBezTo>
                  <a:pt x="102588" y="20803"/>
                  <a:pt x="101021" y="24222"/>
                  <a:pt x="98313" y="27036"/>
                </a:cubicBezTo>
                <a:cubicBezTo>
                  <a:pt x="95962" y="29494"/>
                  <a:pt x="94039" y="32486"/>
                  <a:pt x="94039" y="35906"/>
                </a:cubicBezTo>
                <a:cubicBezTo>
                  <a:pt x="94039" y="41249"/>
                  <a:pt x="98385" y="45595"/>
                  <a:pt x="103728" y="45595"/>
                </a:cubicBezTo>
                <a:lnTo>
                  <a:pt x="119686" y="45595"/>
                </a:lnTo>
                <a:cubicBezTo>
                  <a:pt x="129125" y="45595"/>
                  <a:pt x="136784" y="53253"/>
                  <a:pt x="136784" y="62693"/>
                </a:cubicBezTo>
                <a:lnTo>
                  <a:pt x="136784" y="78651"/>
                </a:lnTo>
                <a:cubicBezTo>
                  <a:pt x="136784" y="83994"/>
                  <a:pt x="141130" y="88340"/>
                  <a:pt x="146473" y="88340"/>
                </a:cubicBezTo>
                <a:cubicBezTo>
                  <a:pt x="149857" y="88340"/>
                  <a:pt x="152884" y="86416"/>
                  <a:pt x="155342" y="84065"/>
                </a:cubicBezTo>
                <a:cubicBezTo>
                  <a:pt x="158156" y="81394"/>
                  <a:pt x="161576" y="79791"/>
                  <a:pt x="165280" y="79791"/>
                </a:cubicBezTo>
                <a:cubicBezTo>
                  <a:pt x="174720" y="79791"/>
                  <a:pt x="182378" y="90014"/>
                  <a:pt x="182378" y="102588"/>
                </a:cubicBezTo>
                <a:cubicBezTo>
                  <a:pt x="182378" y="115162"/>
                  <a:pt x="174720" y="125385"/>
                  <a:pt x="165280" y="125385"/>
                </a:cubicBezTo>
                <a:cubicBezTo>
                  <a:pt x="161576" y="125385"/>
                  <a:pt x="158121" y="123818"/>
                  <a:pt x="155342" y="121111"/>
                </a:cubicBezTo>
                <a:cubicBezTo>
                  <a:pt x="152884" y="118760"/>
                  <a:pt x="149892" y="116836"/>
                  <a:pt x="146473" y="116836"/>
                </a:cubicBezTo>
                <a:cubicBezTo>
                  <a:pt x="141130" y="116836"/>
                  <a:pt x="136784" y="121182"/>
                  <a:pt x="136784" y="126525"/>
                </a:cubicBezTo>
                <a:lnTo>
                  <a:pt x="136784" y="165280"/>
                </a:lnTo>
                <a:cubicBezTo>
                  <a:pt x="136784" y="174720"/>
                  <a:pt x="129125" y="182378"/>
                  <a:pt x="119686" y="182378"/>
                </a:cubicBezTo>
                <a:lnTo>
                  <a:pt x="99453" y="182378"/>
                </a:lnTo>
                <a:cubicBezTo>
                  <a:pt x="94894" y="182378"/>
                  <a:pt x="91189" y="178674"/>
                  <a:pt x="91189" y="174114"/>
                </a:cubicBezTo>
                <a:cubicBezTo>
                  <a:pt x="91189" y="170837"/>
                  <a:pt x="93255" y="167952"/>
                  <a:pt x="95891" y="165993"/>
                </a:cubicBezTo>
                <a:cubicBezTo>
                  <a:pt x="100023" y="162894"/>
                  <a:pt x="102588" y="158619"/>
                  <a:pt x="102588" y="153882"/>
                </a:cubicBezTo>
                <a:cubicBezTo>
                  <a:pt x="102588" y="144442"/>
                  <a:pt x="92365" y="136784"/>
                  <a:pt x="79791" y="136784"/>
                </a:cubicBezTo>
                <a:cubicBezTo>
                  <a:pt x="67216" y="136784"/>
                  <a:pt x="56993" y="144442"/>
                  <a:pt x="56993" y="153882"/>
                </a:cubicBezTo>
                <a:cubicBezTo>
                  <a:pt x="56993" y="158619"/>
                  <a:pt x="59558" y="162894"/>
                  <a:pt x="63690" y="165993"/>
                </a:cubicBezTo>
                <a:cubicBezTo>
                  <a:pt x="66326" y="167952"/>
                  <a:pt x="68392" y="170802"/>
                  <a:pt x="68392" y="174114"/>
                </a:cubicBezTo>
                <a:cubicBezTo>
                  <a:pt x="68392" y="178674"/>
                  <a:pt x="64687" y="182378"/>
                  <a:pt x="60128" y="182378"/>
                </a:cubicBezTo>
                <a:lnTo>
                  <a:pt x="17098" y="182378"/>
                </a:lnTo>
                <a:cubicBezTo>
                  <a:pt x="7658" y="182378"/>
                  <a:pt x="0" y="174720"/>
                  <a:pt x="0" y="165280"/>
                </a:cubicBezTo>
                <a:lnTo>
                  <a:pt x="0" y="122251"/>
                </a:lnTo>
                <a:cubicBezTo>
                  <a:pt x="0" y="117691"/>
                  <a:pt x="3705" y="113987"/>
                  <a:pt x="8264" y="113987"/>
                </a:cubicBezTo>
                <a:cubicBezTo>
                  <a:pt x="11541" y="113987"/>
                  <a:pt x="14426" y="116053"/>
                  <a:pt x="16386" y="118688"/>
                </a:cubicBezTo>
                <a:cubicBezTo>
                  <a:pt x="19485" y="122820"/>
                  <a:pt x="23759" y="125385"/>
                  <a:pt x="28497" y="125385"/>
                </a:cubicBezTo>
                <a:cubicBezTo>
                  <a:pt x="37936" y="125385"/>
                  <a:pt x="45595" y="115162"/>
                  <a:pt x="45595" y="102588"/>
                </a:cubicBezTo>
                <a:cubicBezTo>
                  <a:pt x="45595" y="90014"/>
                  <a:pt x="37936" y="79791"/>
                  <a:pt x="28497" y="79791"/>
                </a:cubicBezTo>
                <a:cubicBezTo>
                  <a:pt x="23759" y="79791"/>
                  <a:pt x="19485" y="82355"/>
                  <a:pt x="16386" y="86487"/>
                </a:cubicBezTo>
                <a:cubicBezTo>
                  <a:pt x="14426" y="89123"/>
                  <a:pt x="11577" y="91189"/>
                  <a:pt x="8264" y="91189"/>
                </a:cubicBezTo>
                <a:cubicBezTo>
                  <a:pt x="3705" y="91189"/>
                  <a:pt x="0" y="87485"/>
                  <a:pt x="0" y="82925"/>
                </a:cubicBezTo>
                <a:lnTo>
                  <a:pt x="0" y="62693"/>
                </a:lnTo>
                <a:cubicBezTo>
                  <a:pt x="0" y="53253"/>
                  <a:pt x="7658" y="45595"/>
                  <a:pt x="17098" y="45595"/>
                </a:cubicBezTo>
                <a:lnTo>
                  <a:pt x="55853" y="45595"/>
                </a:lnTo>
                <a:cubicBezTo>
                  <a:pt x="61197" y="45595"/>
                  <a:pt x="65542" y="41249"/>
                  <a:pt x="65542" y="35906"/>
                </a:cubicBezTo>
                <a:cubicBezTo>
                  <a:pt x="65542" y="32522"/>
                  <a:pt x="63619" y="29494"/>
                  <a:pt x="61268" y="27036"/>
                </a:cubicBezTo>
                <a:cubicBezTo>
                  <a:pt x="58596" y="24222"/>
                  <a:pt x="56993" y="20803"/>
                  <a:pt x="56993" y="17098"/>
                </a:cubicBezTo>
                <a:cubicBezTo>
                  <a:pt x="56993" y="7658"/>
                  <a:pt x="67216" y="0"/>
                  <a:pt x="79791" y="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963330" y="1331363"/>
            <a:ext cx="172347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Data Silos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16195" y="1787309"/>
            <a:ext cx="3465191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Academic, administrative, and wellbeing data exist in disconnected systems, preventing holistic student understanding and comprehensive insights.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1185" y="1094271"/>
            <a:ext cx="3702283" cy="1787309"/>
          </a:xfrm>
          <a:custGeom>
            <a:avLst/>
            <a:gdLst/>
            <a:ahLst/>
            <a:cxnLst/>
            <a:rect l="l" t="t" r="r" b="b"/>
            <a:pathLst>
              <a:path w="3702283" h="1787309">
                <a:moveTo>
                  <a:pt x="36476" y="0"/>
                </a:moveTo>
                <a:lnTo>
                  <a:pt x="3592864" y="0"/>
                </a:lnTo>
                <a:cubicBezTo>
                  <a:pt x="3653294" y="0"/>
                  <a:pt x="3702283" y="48989"/>
                  <a:pt x="3702283" y="109419"/>
                </a:cubicBezTo>
                <a:lnTo>
                  <a:pt x="3702283" y="1677890"/>
                </a:lnTo>
                <a:cubicBezTo>
                  <a:pt x="3702283" y="1738320"/>
                  <a:pt x="3653294" y="1787309"/>
                  <a:pt x="3592864" y="1787309"/>
                </a:cubicBez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44"/>
                  <a:pt x="16344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8121185" y="1094271"/>
            <a:ext cx="36476" cy="1787309"/>
          </a:xfrm>
          <a:custGeom>
            <a:avLst/>
            <a:gdLst/>
            <a:ahLst/>
            <a:cxnLst/>
            <a:rect l="l" t="t" r="r" b="b"/>
            <a:pathLst>
              <a:path w="36476" h="1787309">
                <a:moveTo>
                  <a:pt x="36476" y="0"/>
                </a:moveTo>
                <a:lnTo>
                  <a:pt x="36476" y="0"/>
                </a:lnTo>
                <a:lnTo>
                  <a:pt x="36476" y="1787309"/>
                </a:lnTo>
                <a:lnTo>
                  <a:pt x="36476" y="1787309"/>
                </a:lnTo>
                <a:cubicBezTo>
                  <a:pt x="16331" y="1787309"/>
                  <a:pt x="0" y="1770978"/>
                  <a:pt x="0" y="1750833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8285325" y="1240174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E74C3C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8401591" y="1367838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4605" y="-8870"/>
                </a:moveTo>
                <a:cubicBezTo>
                  <a:pt x="11256" y="-12218"/>
                  <a:pt x="5842" y="-12218"/>
                  <a:pt x="2529" y="-8870"/>
                </a:cubicBezTo>
                <a:cubicBezTo>
                  <a:pt x="-784" y="-5521"/>
                  <a:pt x="-819" y="-107"/>
                  <a:pt x="2493" y="3241"/>
                </a:cubicBezTo>
                <a:lnTo>
                  <a:pt x="190571" y="191319"/>
                </a:lnTo>
                <a:cubicBezTo>
                  <a:pt x="193920" y="194668"/>
                  <a:pt x="199334" y="194668"/>
                  <a:pt x="202647" y="191319"/>
                </a:cubicBezTo>
                <a:cubicBezTo>
                  <a:pt x="205959" y="187971"/>
                  <a:pt x="205995" y="182557"/>
                  <a:pt x="202647" y="179244"/>
                </a:cubicBezTo>
                <a:lnTo>
                  <a:pt x="110959" y="87520"/>
                </a:lnTo>
                <a:cubicBezTo>
                  <a:pt x="130550" y="83638"/>
                  <a:pt x="145333" y="66326"/>
                  <a:pt x="145333" y="45595"/>
                </a:cubicBezTo>
                <a:cubicBezTo>
                  <a:pt x="145333" y="21978"/>
                  <a:pt x="126204" y="2850"/>
                  <a:pt x="102588" y="2850"/>
                </a:cubicBezTo>
                <a:cubicBezTo>
                  <a:pt x="81857" y="2850"/>
                  <a:pt x="64545" y="17632"/>
                  <a:pt x="60662" y="37224"/>
                </a:cubicBezTo>
                <a:lnTo>
                  <a:pt x="14605" y="-8870"/>
                </a:lnTo>
                <a:close/>
                <a:moveTo>
                  <a:pt x="83923" y="108786"/>
                </a:moveTo>
                <a:cubicBezTo>
                  <a:pt x="52683" y="112775"/>
                  <a:pt x="28497" y="139455"/>
                  <a:pt x="28497" y="171799"/>
                </a:cubicBezTo>
                <a:cubicBezTo>
                  <a:pt x="28497" y="177641"/>
                  <a:pt x="33234" y="182378"/>
                  <a:pt x="39076" y="182378"/>
                </a:cubicBezTo>
                <a:lnTo>
                  <a:pt x="157515" y="182378"/>
                </a:lnTo>
                <a:lnTo>
                  <a:pt x="83923" y="108786"/>
                </a:ln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8832461" y="1331363"/>
            <a:ext cx="133136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One-Size-Fits-All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85325" y="1787309"/>
            <a:ext cx="3465191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platforms cannot deliver personalized learning at scale, forcing all students through identical curricula regardless of individual needs or pace.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4757" y="3027482"/>
            <a:ext cx="5653732" cy="3684045"/>
          </a:xfrm>
          <a:custGeom>
            <a:avLst/>
            <a:gdLst/>
            <a:ahLst/>
            <a:cxnLst/>
            <a:rect l="l" t="t" r="r" b="b"/>
            <a:pathLst>
              <a:path w="5653732" h="3684045">
                <a:moveTo>
                  <a:pt x="109416" y="0"/>
                </a:moveTo>
                <a:lnTo>
                  <a:pt x="5544316" y="0"/>
                </a:lnTo>
                <a:cubicBezTo>
                  <a:pt x="5604745" y="0"/>
                  <a:pt x="5653732" y="48987"/>
                  <a:pt x="5653732" y="109416"/>
                </a:cubicBezTo>
                <a:lnTo>
                  <a:pt x="5653732" y="3574629"/>
                </a:lnTo>
                <a:cubicBezTo>
                  <a:pt x="5653732" y="3635058"/>
                  <a:pt x="5604745" y="3684045"/>
                  <a:pt x="5544316" y="3684045"/>
                </a:cubicBezTo>
                <a:lnTo>
                  <a:pt x="109416" y="3684045"/>
                </a:lnTo>
                <a:cubicBezTo>
                  <a:pt x="48987" y="3684045"/>
                  <a:pt x="0" y="3635058"/>
                  <a:pt x="0" y="3574629"/>
                </a:cubicBezTo>
                <a:lnTo>
                  <a:pt x="0" y="109416"/>
                </a:lnTo>
                <a:cubicBezTo>
                  <a:pt x="0" y="49028"/>
                  <a:pt x="49028" y="0"/>
                  <a:pt x="1094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533457" y="3209861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91189" y="0"/>
                </a:moveTo>
                <a:cubicBezTo>
                  <a:pt x="141518" y="0"/>
                  <a:pt x="182378" y="40861"/>
                  <a:pt x="182378" y="91189"/>
                </a:cubicBezTo>
                <a:cubicBezTo>
                  <a:pt x="182378" y="141518"/>
                  <a:pt x="141518" y="182378"/>
                  <a:pt x="91189" y="182378"/>
                </a:cubicBezTo>
                <a:cubicBezTo>
                  <a:pt x="40861" y="182378"/>
                  <a:pt x="0" y="141518"/>
                  <a:pt x="0" y="91189"/>
                </a:cubicBezTo>
                <a:cubicBezTo>
                  <a:pt x="0" y="40861"/>
                  <a:pt x="40861" y="0"/>
                  <a:pt x="91189" y="0"/>
                </a:cubicBezTo>
                <a:close/>
                <a:moveTo>
                  <a:pt x="82640" y="42745"/>
                </a:moveTo>
                <a:lnTo>
                  <a:pt x="82640" y="91189"/>
                </a:lnTo>
                <a:cubicBezTo>
                  <a:pt x="82640" y="94039"/>
                  <a:pt x="84065" y="96710"/>
                  <a:pt x="86452" y="98313"/>
                </a:cubicBezTo>
                <a:lnTo>
                  <a:pt x="120648" y="121111"/>
                </a:lnTo>
                <a:cubicBezTo>
                  <a:pt x="124566" y="123747"/>
                  <a:pt x="129873" y="122678"/>
                  <a:pt x="132509" y="118724"/>
                </a:cubicBezTo>
                <a:cubicBezTo>
                  <a:pt x="135145" y="114770"/>
                  <a:pt x="134077" y="109498"/>
                  <a:pt x="130123" y="106862"/>
                </a:cubicBezTo>
                <a:lnTo>
                  <a:pt x="99738" y="86630"/>
                </a:lnTo>
                <a:lnTo>
                  <a:pt x="99738" y="42745"/>
                </a:lnTo>
                <a:cubicBezTo>
                  <a:pt x="99738" y="38007"/>
                  <a:pt x="95927" y="34196"/>
                  <a:pt x="91189" y="34196"/>
                </a:cubicBezTo>
                <a:cubicBezTo>
                  <a:pt x="86452" y="34196"/>
                  <a:pt x="82640" y="38007"/>
                  <a:pt x="82640" y="42745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738633" y="3173385"/>
            <a:ext cx="522514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Workload Crisis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660" y="3538142"/>
            <a:ext cx="5434878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Teachers spend up to </a:t>
            </a:r>
            <a:r>
              <a:rPr lang="en-US" sz="1149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 of working hours</a:t>
            </a: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administrative tasks—lesson planning, grading, reporting, and paperwork—time diverted from student interaction and personalized instruction.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0660" y="4358845"/>
            <a:ext cx="5361927" cy="1677882"/>
          </a:xfrm>
          <a:custGeom>
            <a:avLst/>
            <a:gdLst/>
            <a:ahLst/>
            <a:cxnLst/>
            <a:rect l="l" t="t" r="r" b="b"/>
            <a:pathLst>
              <a:path w="5361927" h="1677882">
                <a:moveTo>
                  <a:pt x="72954" y="0"/>
                </a:moveTo>
                <a:lnTo>
                  <a:pt x="5288972" y="0"/>
                </a:lnTo>
                <a:cubicBezTo>
                  <a:pt x="5329264" y="0"/>
                  <a:pt x="5361927" y="32663"/>
                  <a:pt x="5361927" y="72954"/>
                </a:cubicBezTo>
                <a:lnTo>
                  <a:pt x="5361927" y="1604928"/>
                </a:lnTo>
                <a:cubicBezTo>
                  <a:pt x="5361927" y="1645219"/>
                  <a:pt x="5329264" y="1677882"/>
                  <a:pt x="5288972" y="1677882"/>
                </a:cubicBezTo>
                <a:lnTo>
                  <a:pt x="72954" y="1677882"/>
                </a:lnTo>
                <a:cubicBezTo>
                  <a:pt x="32663" y="1677882"/>
                  <a:pt x="0" y="1645219"/>
                  <a:pt x="0" y="1604928"/>
                </a:cubicBezTo>
                <a:lnTo>
                  <a:pt x="0" y="72954"/>
                </a:lnTo>
                <a:cubicBezTo>
                  <a:pt x="0" y="32690"/>
                  <a:pt x="32690" y="0"/>
                  <a:pt x="72954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7" name="Image 0" descr="https://kimi-img.moonshot.cn/pub/slides/26-02-24-20:26:28-d6epht5dbv1nlnvhmbh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087" y="4468272"/>
            <a:ext cx="4887743" cy="1459028"/>
          </a:xfrm>
          <a:prstGeom prst="roundRect">
            <a:avLst>
              <a:gd name="adj" fmla="val 0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528898" y="6173511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63832" y="127665"/>
                </a:moveTo>
                <a:cubicBezTo>
                  <a:pt x="99063" y="127665"/>
                  <a:pt x="127665" y="99063"/>
                  <a:pt x="127665" y="63832"/>
                </a:cubicBezTo>
                <a:cubicBezTo>
                  <a:pt x="127665" y="28602"/>
                  <a:pt x="99063" y="0"/>
                  <a:pt x="63832" y="0"/>
                </a:cubicBezTo>
                <a:cubicBezTo>
                  <a:pt x="28602" y="0"/>
                  <a:pt x="0" y="28602"/>
                  <a:pt x="0" y="63832"/>
                </a:cubicBezTo>
                <a:cubicBezTo>
                  <a:pt x="0" y="99063"/>
                  <a:pt x="28602" y="127665"/>
                  <a:pt x="63832" y="127665"/>
                </a:cubicBezTo>
                <a:close/>
                <a:moveTo>
                  <a:pt x="55853" y="39895"/>
                </a:moveTo>
                <a:cubicBezTo>
                  <a:pt x="55853" y="35492"/>
                  <a:pt x="59429" y="31916"/>
                  <a:pt x="63832" y="31916"/>
                </a:cubicBezTo>
                <a:cubicBezTo>
                  <a:pt x="68236" y="31916"/>
                  <a:pt x="71812" y="35492"/>
                  <a:pt x="71812" y="39895"/>
                </a:cubicBezTo>
                <a:cubicBezTo>
                  <a:pt x="71812" y="44299"/>
                  <a:pt x="68236" y="47874"/>
                  <a:pt x="63832" y="47874"/>
                </a:cubicBezTo>
                <a:cubicBezTo>
                  <a:pt x="59429" y="47874"/>
                  <a:pt x="55853" y="44299"/>
                  <a:pt x="55853" y="39895"/>
                </a:cubicBezTo>
                <a:close/>
                <a:moveTo>
                  <a:pt x="53859" y="55853"/>
                </a:moveTo>
                <a:lnTo>
                  <a:pt x="65827" y="55853"/>
                </a:lnTo>
                <a:cubicBezTo>
                  <a:pt x="69144" y="55853"/>
                  <a:pt x="71812" y="58521"/>
                  <a:pt x="71812" y="61838"/>
                </a:cubicBezTo>
                <a:lnTo>
                  <a:pt x="71812" y="83780"/>
                </a:lnTo>
                <a:lnTo>
                  <a:pt x="73806" y="83780"/>
                </a:lnTo>
                <a:cubicBezTo>
                  <a:pt x="77123" y="83780"/>
                  <a:pt x="79791" y="86448"/>
                  <a:pt x="79791" y="89764"/>
                </a:cubicBezTo>
                <a:cubicBezTo>
                  <a:pt x="79791" y="93081"/>
                  <a:pt x="77123" y="95749"/>
                  <a:pt x="73806" y="95749"/>
                </a:cubicBezTo>
                <a:lnTo>
                  <a:pt x="53859" y="95749"/>
                </a:lnTo>
                <a:cubicBezTo>
                  <a:pt x="50542" y="95749"/>
                  <a:pt x="47874" y="93081"/>
                  <a:pt x="47874" y="89764"/>
                </a:cubicBezTo>
                <a:cubicBezTo>
                  <a:pt x="47874" y="86448"/>
                  <a:pt x="50542" y="83780"/>
                  <a:pt x="53859" y="83780"/>
                </a:cubicBezTo>
                <a:lnTo>
                  <a:pt x="59843" y="83780"/>
                </a:lnTo>
                <a:lnTo>
                  <a:pt x="59843" y="67822"/>
                </a:lnTo>
                <a:lnTo>
                  <a:pt x="53859" y="67822"/>
                </a:lnTo>
                <a:cubicBezTo>
                  <a:pt x="50542" y="67822"/>
                  <a:pt x="47874" y="65154"/>
                  <a:pt x="47874" y="61838"/>
                </a:cubicBezTo>
                <a:cubicBezTo>
                  <a:pt x="47874" y="58521"/>
                  <a:pt x="50542" y="55853"/>
                  <a:pt x="53859" y="55853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ext 26"/>
          <p:cNvSpPr/>
          <p:nvPr/>
        </p:nvSpPr>
        <p:spPr>
          <a:xfrm>
            <a:off x="743192" y="6146154"/>
            <a:ext cx="394849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UK Department for Education, 2025; Global Education Surveys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68381" y="3027482"/>
            <a:ext cx="5653732" cy="1750833"/>
          </a:xfrm>
          <a:custGeom>
            <a:avLst/>
            <a:gdLst/>
            <a:ahLst/>
            <a:cxnLst/>
            <a:rect l="l" t="t" r="r" b="b"/>
            <a:pathLst>
              <a:path w="5653732" h="1750833">
                <a:moveTo>
                  <a:pt x="109427" y="0"/>
                </a:moveTo>
                <a:lnTo>
                  <a:pt x="5544305" y="0"/>
                </a:lnTo>
                <a:cubicBezTo>
                  <a:pt x="5604740" y="0"/>
                  <a:pt x="5653732" y="48992"/>
                  <a:pt x="5653732" y="109427"/>
                </a:cubicBezTo>
                <a:lnTo>
                  <a:pt x="5653732" y="1641406"/>
                </a:lnTo>
                <a:cubicBezTo>
                  <a:pt x="5653732" y="1701841"/>
                  <a:pt x="5604740" y="1750833"/>
                  <a:pt x="5544305" y="1750833"/>
                </a:cubicBezTo>
                <a:lnTo>
                  <a:pt x="109427" y="1750833"/>
                </a:lnTo>
                <a:cubicBezTo>
                  <a:pt x="48992" y="1750833"/>
                  <a:pt x="0" y="1701841"/>
                  <a:pt x="0" y="1641406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1" name="Shape 28"/>
          <p:cNvSpPr/>
          <p:nvPr/>
        </p:nvSpPr>
        <p:spPr>
          <a:xfrm>
            <a:off x="6337082" y="3209861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91189" y="0"/>
                </a:moveTo>
                <a:cubicBezTo>
                  <a:pt x="96425" y="0"/>
                  <a:pt x="101234" y="2885"/>
                  <a:pt x="103728" y="7480"/>
                </a:cubicBezTo>
                <a:lnTo>
                  <a:pt x="180669" y="149964"/>
                </a:lnTo>
                <a:cubicBezTo>
                  <a:pt x="183055" y="154381"/>
                  <a:pt x="182948" y="159724"/>
                  <a:pt x="180384" y="164034"/>
                </a:cubicBezTo>
                <a:cubicBezTo>
                  <a:pt x="177819" y="168344"/>
                  <a:pt x="173153" y="170980"/>
                  <a:pt x="168130" y="170980"/>
                </a:cubicBezTo>
                <a:lnTo>
                  <a:pt x="14248" y="170980"/>
                </a:lnTo>
                <a:cubicBezTo>
                  <a:pt x="9226" y="170980"/>
                  <a:pt x="4595" y="168344"/>
                  <a:pt x="1995" y="164034"/>
                </a:cubicBezTo>
                <a:cubicBezTo>
                  <a:pt x="-606" y="159724"/>
                  <a:pt x="-677" y="154381"/>
                  <a:pt x="1710" y="149964"/>
                </a:cubicBezTo>
                <a:lnTo>
                  <a:pt x="78651" y="7480"/>
                </a:lnTo>
                <a:cubicBezTo>
                  <a:pt x="81144" y="2885"/>
                  <a:pt x="85953" y="0"/>
                  <a:pt x="91189" y="0"/>
                </a:cubicBezTo>
                <a:close/>
                <a:moveTo>
                  <a:pt x="91189" y="59843"/>
                </a:moveTo>
                <a:cubicBezTo>
                  <a:pt x="86452" y="59843"/>
                  <a:pt x="82640" y="63654"/>
                  <a:pt x="82640" y="68392"/>
                </a:cubicBezTo>
                <a:lnTo>
                  <a:pt x="82640" y="108287"/>
                </a:lnTo>
                <a:cubicBezTo>
                  <a:pt x="82640" y="113025"/>
                  <a:pt x="86452" y="116836"/>
                  <a:pt x="91189" y="116836"/>
                </a:cubicBezTo>
                <a:cubicBezTo>
                  <a:pt x="95927" y="116836"/>
                  <a:pt x="99738" y="113025"/>
                  <a:pt x="99738" y="108287"/>
                </a:cubicBezTo>
                <a:lnTo>
                  <a:pt x="99738" y="68392"/>
                </a:lnTo>
                <a:cubicBezTo>
                  <a:pt x="99738" y="63654"/>
                  <a:pt x="95927" y="59843"/>
                  <a:pt x="91189" y="59843"/>
                </a:cubicBezTo>
                <a:close/>
                <a:moveTo>
                  <a:pt x="100700" y="136784"/>
                </a:moveTo>
                <a:cubicBezTo>
                  <a:pt x="100916" y="133254"/>
                  <a:pt x="99156" y="129895"/>
                  <a:pt x="96129" y="128064"/>
                </a:cubicBezTo>
                <a:cubicBezTo>
                  <a:pt x="93103" y="126234"/>
                  <a:pt x="89311" y="126234"/>
                  <a:pt x="86285" y="128064"/>
                </a:cubicBezTo>
                <a:cubicBezTo>
                  <a:pt x="83258" y="129895"/>
                  <a:pt x="81498" y="133254"/>
                  <a:pt x="81714" y="136784"/>
                </a:cubicBezTo>
                <a:cubicBezTo>
                  <a:pt x="81498" y="140314"/>
                  <a:pt x="83258" y="143673"/>
                  <a:pt x="86285" y="145503"/>
                </a:cubicBezTo>
                <a:cubicBezTo>
                  <a:pt x="89311" y="147334"/>
                  <a:pt x="93103" y="147334"/>
                  <a:pt x="96129" y="145503"/>
                </a:cubicBezTo>
                <a:cubicBezTo>
                  <a:pt x="99156" y="143673"/>
                  <a:pt x="100916" y="140314"/>
                  <a:pt x="100700" y="136784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29"/>
          <p:cNvSpPr/>
          <p:nvPr/>
        </p:nvSpPr>
        <p:spPr>
          <a:xfrm>
            <a:off x="6542257" y="3173385"/>
            <a:ext cx="522514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Blind Spots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32522" y="3574618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145903"/>
                </a:moveTo>
                <a:cubicBezTo>
                  <a:pt x="113214" y="145903"/>
                  <a:pt x="145903" y="113214"/>
                  <a:pt x="145903" y="72951"/>
                </a:cubicBezTo>
                <a:cubicBezTo>
                  <a:pt x="145903" y="32688"/>
                  <a:pt x="113214" y="0"/>
                  <a:pt x="72951" y="0"/>
                </a:cubicBezTo>
                <a:cubicBezTo>
                  <a:pt x="32688" y="0"/>
                  <a:pt x="0" y="32688"/>
                  <a:pt x="0" y="72951"/>
                </a:cubicBezTo>
                <a:cubicBezTo>
                  <a:pt x="0" y="113214"/>
                  <a:pt x="32688" y="145903"/>
                  <a:pt x="72951" y="145903"/>
                </a:cubicBezTo>
                <a:close/>
                <a:moveTo>
                  <a:pt x="47589" y="47589"/>
                </a:moveTo>
                <a:cubicBezTo>
                  <a:pt x="50268" y="44911"/>
                  <a:pt x="54600" y="44911"/>
                  <a:pt x="57250" y="47589"/>
                </a:cubicBezTo>
                <a:lnTo>
                  <a:pt x="72923" y="63263"/>
                </a:lnTo>
                <a:lnTo>
                  <a:pt x="88596" y="47589"/>
                </a:lnTo>
                <a:cubicBezTo>
                  <a:pt x="91275" y="44911"/>
                  <a:pt x="95606" y="44911"/>
                  <a:pt x="98256" y="47589"/>
                </a:cubicBezTo>
                <a:cubicBezTo>
                  <a:pt x="100907" y="50268"/>
                  <a:pt x="100935" y="54600"/>
                  <a:pt x="98256" y="57250"/>
                </a:cubicBezTo>
                <a:lnTo>
                  <a:pt x="82583" y="72923"/>
                </a:lnTo>
                <a:lnTo>
                  <a:pt x="98256" y="88596"/>
                </a:lnTo>
                <a:cubicBezTo>
                  <a:pt x="100935" y="91275"/>
                  <a:pt x="100935" y="95606"/>
                  <a:pt x="98256" y="98256"/>
                </a:cubicBezTo>
                <a:cubicBezTo>
                  <a:pt x="95578" y="100907"/>
                  <a:pt x="91246" y="100935"/>
                  <a:pt x="88596" y="98256"/>
                </a:cubicBezTo>
                <a:lnTo>
                  <a:pt x="72923" y="82583"/>
                </a:lnTo>
                <a:lnTo>
                  <a:pt x="57250" y="98256"/>
                </a:lnTo>
                <a:cubicBezTo>
                  <a:pt x="54571" y="100935"/>
                  <a:pt x="50240" y="100935"/>
                  <a:pt x="47589" y="98256"/>
                </a:cubicBezTo>
                <a:cubicBezTo>
                  <a:pt x="44939" y="95578"/>
                  <a:pt x="44911" y="91246"/>
                  <a:pt x="47589" y="88596"/>
                </a:cubicBezTo>
                <a:lnTo>
                  <a:pt x="63263" y="72923"/>
                </a:lnTo>
                <a:lnTo>
                  <a:pt x="47589" y="57250"/>
                </a:lnTo>
                <a:cubicBezTo>
                  <a:pt x="44911" y="54571"/>
                  <a:pt x="44911" y="50240"/>
                  <a:pt x="47589" y="47589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1"/>
          <p:cNvSpPr/>
          <p:nvPr/>
        </p:nvSpPr>
        <p:spPr>
          <a:xfrm>
            <a:off x="6569614" y="3538142"/>
            <a:ext cx="478743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predictive insights</a:t>
            </a: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enrollment, resource needs, or student outcomes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32522" y="3866423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145903"/>
                </a:moveTo>
                <a:cubicBezTo>
                  <a:pt x="113214" y="145903"/>
                  <a:pt x="145903" y="113214"/>
                  <a:pt x="145903" y="72951"/>
                </a:cubicBezTo>
                <a:cubicBezTo>
                  <a:pt x="145903" y="32688"/>
                  <a:pt x="113214" y="0"/>
                  <a:pt x="72951" y="0"/>
                </a:cubicBezTo>
                <a:cubicBezTo>
                  <a:pt x="32688" y="0"/>
                  <a:pt x="0" y="32688"/>
                  <a:pt x="0" y="72951"/>
                </a:cubicBezTo>
                <a:cubicBezTo>
                  <a:pt x="0" y="113214"/>
                  <a:pt x="32688" y="145903"/>
                  <a:pt x="72951" y="145903"/>
                </a:cubicBezTo>
                <a:close/>
                <a:moveTo>
                  <a:pt x="47589" y="47589"/>
                </a:moveTo>
                <a:cubicBezTo>
                  <a:pt x="50268" y="44911"/>
                  <a:pt x="54600" y="44911"/>
                  <a:pt x="57250" y="47589"/>
                </a:cubicBezTo>
                <a:lnTo>
                  <a:pt x="72923" y="63263"/>
                </a:lnTo>
                <a:lnTo>
                  <a:pt x="88596" y="47589"/>
                </a:lnTo>
                <a:cubicBezTo>
                  <a:pt x="91275" y="44911"/>
                  <a:pt x="95606" y="44911"/>
                  <a:pt x="98256" y="47589"/>
                </a:cubicBezTo>
                <a:cubicBezTo>
                  <a:pt x="100907" y="50268"/>
                  <a:pt x="100935" y="54600"/>
                  <a:pt x="98256" y="57250"/>
                </a:cubicBezTo>
                <a:lnTo>
                  <a:pt x="82583" y="72923"/>
                </a:lnTo>
                <a:lnTo>
                  <a:pt x="98256" y="88596"/>
                </a:lnTo>
                <a:cubicBezTo>
                  <a:pt x="100935" y="91275"/>
                  <a:pt x="100935" y="95606"/>
                  <a:pt x="98256" y="98256"/>
                </a:cubicBezTo>
                <a:cubicBezTo>
                  <a:pt x="95578" y="100907"/>
                  <a:pt x="91246" y="100935"/>
                  <a:pt x="88596" y="98256"/>
                </a:cubicBezTo>
                <a:lnTo>
                  <a:pt x="72923" y="82583"/>
                </a:lnTo>
                <a:lnTo>
                  <a:pt x="57250" y="98256"/>
                </a:lnTo>
                <a:cubicBezTo>
                  <a:pt x="54571" y="100935"/>
                  <a:pt x="50240" y="100935"/>
                  <a:pt x="47589" y="98256"/>
                </a:cubicBezTo>
                <a:cubicBezTo>
                  <a:pt x="44939" y="95578"/>
                  <a:pt x="44911" y="91246"/>
                  <a:pt x="47589" y="88596"/>
                </a:cubicBezTo>
                <a:lnTo>
                  <a:pt x="63263" y="72923"/>
                </a:lnTo>
                <a:lnTo>
                  <a:pt x="47589" y="57250"/>
                </a:lnTo>
                <a:cubicBezTo>
                  <a:pt x="44911" y="54571"/>
                  <a:pt x="44911" y="50240"/>
                  <a:pt x="47589" y="47589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3"/>
          <p:cNvSpPr/>
          <p:nvPr/>
        </p:nvSpPr>
        <p:spPr>
          <a:xfrm>
            <a:off x="6569614" y="3829948"/>
            <a:ext cx="377523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identification</a:t>
            </a: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at-risk students and cohort trends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32522" y="4158229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145903"/>
                </a:moveTo>
                <a:cubicBezTo>
                  <a:pt x="113214" y="145903"/>
                  <a:pt x="145903" y="113214"/>
                  <a:pt x="145903" y="72951"/>
                </a:cubicBezTo>
                <a:cubicBezTo>
                  <a:pt x="145903" y="32688"/>
                  <a:pt x="113214" y="0"/>
                  <a:pt x="72951" y="0"/>
                </a:cubicBezTo>
                <a:cubicBezTo>
                  <a:pt x="32688" y="0"/>
                  <a:pt x="0" y="32688"/>
                  <a:pt x="0" y="72951"/>
                </a:cubicBezTo>
                <a:cubicBezTo>
                  <a:pt x="0" y="113214"/>
                  <a:pt x="32688" y="145903"/>
                  <a:pt x="72951" y="145903"/>
                </a:cubicBezTo>
                <a:close/>
                <a:moveTo>
                  <a:pt x="47589" y="47589"/>
                </a:moveTo>
                <a:cubicBezTo>
                  <a:pt x="50268" y="44911"/>
                  <a:pt x="54600" y="44911"/>
                  <a:pt x="57250" y="47589"/>
                </a:cubicBezTo>
                <a:lnTo>
                  <a:pt x="72923" y="63263"/>
                </a:lnTo>
                <a:lnTo>
                  <a:pt x="88596" y="47589"/>
                </a:lnTo>
                <a:cubicBezTo>
                  <a:pt x="91275" y="44911"/>
                  <a:pt x="95606" y="44911"/>
                  <a:pt x="98256" y="47589"/>
                </a:cubicBezTo>
                <a:cubicBezTo>
                  <a:pt x="100907" y="50268"/>
                  <a:pt x="100935" y="54600"/>
                  <a:pt x="98256" y="57250"/>
                </a:cubicBezTo>
                <a:lnTo>
                  <a:pt x="82583" y="72923"/>
                </a:lnTo>
                <a:lnTo>
                  <a:pt x="98256" y="88596"/>
                </a:lnTo>
                <a:cubicBezTo>
                  <a:pt x="100935" y="91275"/>
                  <a:pt x="100935" y="95606"/>
                  <a:pt x="98256" y="98256"/>
                </a:cubicBezTo>
                <a:cubicBezTo>
                  <a:pt x="95578" y="100907"/>
                  <a:pt x="91246" y="100935"/>
                  <a:pt x="88596" y="98256"/>
                </a:cubicBezTo>
                <a:lnTo>
                  <a:pt x="72923" y="82583"/>
                </a:lnTo>
                <a:lnTo>
                  <a:pt x="57250" y="98256"/>
                </a:lnTo>
                <a:cubicBezTo>
                  <a:pt x="54571" y="100935"/>
                  <a:pt x="50240" y="100935"/>
                  <a:pt x="47589" y="98256"/>
                </a:cubicBezTo>
                <a:cubicBezTo>
                  <a:pt x="44939" y="95578"/>
                  <a:pt x="44911" y="91246"/>
                  <a:pt x="47589" y="88596"/>
                </a:cubicBezTo>
                <a:lnTo>
                  <a:pt x="63263" y="72923"/>
                </a:lnTo>
                <a:lnTo>
                  <a:pt x="47589" y="57250"/>
                </a:lnTo>
                <a:cubicBezTo>
                  <a:pt x="44911" y="54571"/>
                  <a:pt x="44911" y="50240"/>
                  <a:pt x="47589" y="47589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5"/>
          <p:cNvSpPr/>
          <p:nvPr/>
        </p:nvSpPr>
        <p:spPr>
          <a:xfrm>
            <a:off x="6569614" y="4121753"/>
            <a:ext cx="412175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reporting</a:t>
            </a: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processes consuming administrative resources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32522" y="4450034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145903"/>
                </a:moveTo>
                <a:cubicBezTo>
                  <a:pt x="113214" y="145903"/>
                  <a:pt x="145903" y="113214"/>
                  <a:pt x="145903" y="72951"/>
                </a:cubicBezTo>
                <a:cubicBezTo>
                  <a:pt x="145903" y="32688"/>
                  <a:pt x="113214" y="0"/>
                  <a:pt x="72951" y="0"/>
                </a:cubicBezTo>
                <a:cubicBezTo>
                  <a:pt x="32688" y="0"/>
                  <a:pt x="0" y="32688"/>
                  <a:pt x="0" y="72951"/>
                </a:cubicBezTo>
                <a:cubicBezTo>
                  <a:pt x="0" y="113214"/>
                  <a:pt x="32688" y="145903"/>
                  <a:pt x="72951" y="145903"/>
                </a:cubicBezTo>
                <a:close/>
                <a:moveTo>
                  <a:pt x="47589" y="47589"/>
                </a:moveTo>
                <a:cubicBezTo>
                  <a:pt x="50268" y="44911"/>
                  <a:pt x="54600" y="44911"/>
                  <a:pt x="57250" y="47589"/>
                </a:cubicBezTo>
                <a:lnTo>
                  <a:pt x="72923" y="63263"/>
                </a:lnTo>
                <a:lnTo>
                  <a:pt x="88596" y="47589"/>
                </a:lnTo>
                <a:cubicBezTo>
                  <a:pt x="91275" y="44911"/>
                  <a:pt x="95606" y="44911"/>
                  <a:pt x="98256" y="47589"/>
                </a:cubicBezTo>
                <a:cubicBezTo>
                  <a:pt x="100907" y="50268"/>
                  <a:pt x="100935" y="54600"/>
                  <a:pt x="98256" y="57250"/>
                </a:cubicBezTo>
                <a:lnTo>
                  <a:pt x="82583" y="72923"/>
                </a:lnTo>
                <a:lnTo>
                  <a:pt x="98256" y="88596"/>
                </a:lnTo>
                <a:cubicBezTo>
                  <a:pt x="100935" y="91275"/>
                  <a:pt x="100935" y="95606"/>
                  <a:pt x="98256" y="98256"/>
                </a:cubicBezTo>
                <a:cubicBezTo>
                  <a:pt x="95578" y="100907"/>
                  <a:pt x="91246" y="100935"/>
                  <a:pt x="88596" y="98256"/>
                </a:cubicBezTo>
                <a:lnTo>
                  <a:pt x="72923" y="82583"/>
                </a:lnTo>
                <a:lnTo>
                  <a:pt x="57250" y="98256"/>
                </a:lnTo>
                <a:cubicBezTo>
                  <a:pt x="54571" y="100935"/>
                  <a:pt x="50240" y="100935"/>
                  <a:pt x="47589" y="98256"/>
                </a:cubicBezTo>
                <a:cubicBezTo>
                  <a:pt x="44939" y="95578"/>
                  <a:pt x="44911" y="91246"/>
                  <a:pt x="47589" y="88596"/>
                </a:cubicBezTo>
                <a:lnTo>
                  <a:pt x="63263" y="72923"/>
                </a:lnTo>
                <a:lnTo>
                  <a:pt x="47589" y="57250"/>
                </a:lnTo>
                <a:cubicBezTo>
                  <a:pt x="44911" y="54571"/>
                  <a:pt x="44911" y="50240"/>
                  <a:pt x="47589" y="47589"/>
                </a:cubicBezTo>
                <a:close/>
              </a:path>
            </a:pathLst>
          </a:custGeom>
          <a:solidFill>
            <a:srgbClr val="E74C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6569614" y="4413559"/>
            <a:ext cx="375699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visibility</a:t>
            </a:r>
            <a:r>
              <a:rPr lang="en-US" sz="1149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teacher productivity and engagement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68381" y="4887743"/>
            <a:ext cx="5653732" cy="1823785"/>
          </a:xfrm>
          <a:custGeom>
            <a:avLst/>
            <a:gdLst/>
            <a:ahLst/>
            <a:cxnLst/>
            <a:rect l="l" t="t" r="r" b="b"/>
            <a:pathLst>
              <a:path w="5653732" h="1823785">
                <a:moveTo>
                  <a:pt x="109427" y="0"/>
                </a:moveTo>
                <a:lnTo>
                  <a:pt x="5544305" y="0"/>
                </a:lnTo>
                <a:cubicBezTo>
                  <a:pt x="5604740" y="0"/>
                  <a:pt x="5653732" y="48992"/>
                  <a:pt x="5653732" y="109427"/>
                </a:cubicBezTo>
                <a:lnTo>
                  <a:pt x="5653732" y="1714358"/>
                </a:lnTo>
                <a:cubicBezTo>
                  <a:pt x="5653732" y="1774792"/>
                  <a:pt x="5604740" y="1823785"/>
                  <a:pt x="5544305" y="1823785"/>
                </a:cubicBezTo>
                <a:lnTo>
                  <a:pt x="109427" y="1823785"/>
                </a:lnTo>
                <a:cubicBezTo>
                  <a:pt x="48992" y="1823785"/>
                  <a:pt x="0" y="1774792"/>
                  <a:pt x="0" y="1714358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5D6D7E"/>
              </a:gs>
            </a:gsLst>
            <a:lin ang="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39"/>
          <p:cNvSpPr/>
          <p:nvPr/>
        </p:nvSpPr>
        <p:spPr>
          <a:xfrm>
            <a:off x="6314284" y="5033645"/>
            <a:ext cx="54439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Inaction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14284" y="5361927"/>
            <a:ext cx="2626250" cy="547135"/>
          </a:xfrm>
          <a:custGeom>
            <a:avLst/>
            <a:gdLst/>
            <a:ahLst/>
            <a:cxnLst/>
            <a:rect l="l" t="t" r="r" b="b"/>
            <a:pathLst>
              <a:path w="2626250" h="547135">
                <a:moveTo>
                  <a:pt x="72950" y="0"/>
                </a:moveTo>
                <a:lnTo>
                  <a:pt x="2553300" y="0"/>
                </a:lnTo>
                <a:cubicBezTo>
                  <a:pt x="2593562" y="0"/>
                  <a:pt x="2626250" y="32688"/>
                  <a:pt x="2626250" y="72950"/>
                </a:cubicBezTo>
                <a:lnTo>
                  <a:pt x="2626250" y="474186"/>
                </a:lnTo>
                <a:cubicBezTo>
                  <a:pt x="2626250" y="514448"/>
                  <a:pt x="2593562" y="547135"/>
                  <a:pt x="2553300" y="547135"/>
                </a:cubicBezTo>
                <a:lnTo>
                  <a:pt x="72950" y="547135"/>
                </a:lnTo>
                <a:cubicBezTo>
                  <a:pt x="32688" y="547135"/>
                  <a:pt x="0" y="514448"/>
                  <a:pt x="0" y="474186"/>
                </a:cubicBezTo>
                <a:lnTo>
                  <a:pt x="0" y="72950"/>
                </a:lnTo>
                <a:cubicBezTo>
                  <a:pt x="0" y="32688"/>
                  <a:pt x="32688" y="0"/>
                  <a:pt x="729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Text 41"/>
          <p:cNvSpPr/>
          <p:nvPr/>
        </p:nvSpPr>
        <p:spPr>
          <a:xfrm>
            <a:off x="6341641" y="5434878"/>
            <a:ext cx="257153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59879" y="5690208"/>
            <a:ext cx="2535061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Turnover Risk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051956" y="5361927"/>
            <a:ext cx="2626250" cy="547135"/>
          </a:xfrm>
          <a:custGeom>
            <a:avLst/>
            <a:gdLst/>
            <a:ahLst/>
            <a:cxnLst/>
            <a:rect l="l" t="t" r="r" b="b"/>
            <a:pathLst>
              <a:path w="2626250" h="547135">
                <a:moveTo>
                  <a:pt x="72950" y="0"/>
                </a:moveTo>
                <a:lnTo>
                  <a:pt x="2553300" y="0"/>
                </a:lnTo>
                <a:cubicBezTo>
                  <a:pt x="2593562" y="0"/>
                  <a:pt x="2626250" y="32688"/>
                  <a:pt x="2626250" y="72950"/>
                </a:cubicBezTo>
                <a:lnTo>
                  <a:pt x="2626250" y="474186"/>
                </a:lnTo>
                <a:cubicBezTo>
                  <a:pt x="2626250" y="514448"/>
                  <a:pt x="2593562" y="547135"/>
                  <a:pt x="2553300" y="547135"/>
                </a:cubicBezTo>
                <a:lnTo>
                  <a:pt x="72950" y="547135"/>
                </a:lnTo>
                <a:cubicBezTo>
                  <a:pt x="32688" y="547135"/>
                  <a:pt x="0" y="514448"/>
                  <a:pt x="0" y="474186"/>
                </a:cubicBezTo>
                <a:lnTo>
                  <a:pt x="0" y="72950"/>
                </a:lnTo>
                <a:cubicBezTo>
                  <a:pt x="0" y="32688"/>
                  <a:pt x="32688" y="0"/>
                  <a:pt x="729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4"/>
          <p:cNvSpPr/>
          <p:nvPr/>
        </p:nvSpPr>
        <p:spPr>
          <a:xfrm>
            <a:off x="9079313" y="5434878"/>
            <a:ext cx="257153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097550" y="5690208"/>
            <a:ext cx="2535061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Underserved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14284" y="6018489"/>
            <a:ext cx="2626250" cy="547135"/>
          </a:xfrm>
          <a:custGeom>
            <a:avLst/>
            <a:gdLst/>
            <a:ahLst/>
            <a:cxnLst/>
            <a:rect l="l" t="t" r="r" b="b"/>
            <a:pathLst>
              <a:path w="2626250" h="547135">
                <a:moveTo>
                  <a:pt x="72950" y="0"/>
                </a:moveTo>
                <a:lnTo>
                  <a:pt x="2553300" y="0"/>
                </a:lnTo>
                <a:cubicBezTo>
                  <a:pt x="2593562" y="0"/>
                  <a:pt x="2626250" y="32688"/>
                  <a:pt x="2626250" y="72950"/>
                </a:cubicBezTo>
                <a:lnTo>
                  <a:pt x="2626250" y="474186"/>
                </a:lnTo>
                <a:cubicBezTo>
                  <a:pt x="2626250" y="514448"/>
                  <a:pt x="2593562" y="547135"/>
                  <a:pt x="2553300" y="547135"/>
                </a:cubicBezTo>
                <a:lnTo>
                  <a:pt x="72950" y="547135"/>
                </a:lnTo>
                <a:cubicBezTo>
                  <a:pt x="32688" y="547135"/>
                  <a:pt x="0" y="514448"/>
                  <a:pt x="0" y="474186"/>
                </a:cubicBezTo>
                <a:lnTo>
                  <a:pt x="0" y="72950"/>
                </a:lnTo>
                <a:cubicBezTo>
                  <a:pt x="0" y="32688"/>
                  <a:pt x="32688" y="0"/>
                  <a:pt x="729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Text 47"/>
          <p:cNvSpPr/>
          <p:nvPr/>
        </p:nvSpPr>
        <p:spPr>
          <a:xfrm>
            <a:off x="6341641" y="6091441"/>
            <a:ext cx="257153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6-12 mo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359879" y="6346770"/>
            <a:ext cx="2535061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Interventions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051956" y="6018489"/>
            <a:ext cx="2626250" cy="547135"/>
          </a:xfrm>
          <a:custGeom>
            <a:avLst/>
            <a:gdLst/>
            <a:ahLst/>
            <a:cxnLst/>
            <a:rect l="l" t="t" r="r" b="b"/>
            <a:pathLst>
              <a:path w="2626250" h="547135">
                <a:moveTo>
                  <a:pt x="72950" y="0"/>
                </a:moveTo>
                <a:lnTo>
                  <a:pt x="2553300" y="0"/>
                </a:lnTo>
                <a:cubicBezTo>
                  <a:pt x="2593562" y="0"/>
                  <a:pt x="2626250" y="32688"/>
                  <a:pt x="2626250" y="72950"/>
                </a:cubicBezTo>
                <a:lnTo>
                  <a:pt x="2626250" y="474186"/>
                </a:lnTo>
                <a:cubicBezTo>
                  <a:pt x="2626250" y="514448"/>
                  <a:pt x="2593562" y="547135"/>
                  <a:pt x="2553300" y="547135"/>
                </a:cubicBezTo>
                <a:lnTo>
                  <a:pt x="72950" y="547135"/>
                </a:lnTo>
                <a:cubicBezTo>
                  <a:pt x="32688" y="547135"/>
                  <a:pt x="0" y="514448"/>
                  <a:pt x="0" y="474186"/>
                </a:cubicBezTo>
                <a:lnTo>
                  <a:pt x="0" y="72950"/>
                </a:lnTo>
                <a:cubicBezTo>
                  <a:pt x="0" y="32688"/>
                  <a:pt x="32688" y="0"/>
                  <a:pt x="7295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Text 50"/>
          <p:cNvSpPr/>
          <p:nvPr/>
        </p:nvSpPr>
        <p:spPr>
          <a:xfrm>
            <a:off x="9079313" y="6091441"/>
            <a:ext cx="257153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$Ms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097550" y="6346770"/>
            <a:ext cx="2535061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 Resources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e129e80eff47a77bdbc6d56207cac5fd9ca0e163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3586" b="3586"/>
          <a:stretch/>
        </p:blipFill>
        <p:spPr>
          <a:xfrm>
            <a:off x="0" y="0"/>
            <a:ext cx="12192000" cy="685912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22"/>
          </a:xfrm>
          <a:custGeom>
            <a:avLst/>
            <a:gdLst/>
            <a:ahLst/>
            <a:cxnLst/>
            <a:rect l="l" t="t" r="r" b="b"/>
            <a:pathLst>
              <a:path w="12192000" h="6859122">
                <a:moveTo>
                  <a:pt x="0" y="0"/>
                </a:moveTo>
                <a:lnTo>
                  <a:pt x="12192000" y="0"/>
                </a:lnTo>
                <a:lnTo>
                  <a:pt x="12192000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100000">
                <a:srgbClr val="3498DB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1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kern="0" spc="99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TRANSFORMATIONAL VISION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9116" y="574586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Vision: An AI-Native Educational Ecosystem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3605" y="1081838"/>
            <a:ext cx="11464789" cy="1553178"/>
          </a:xfrm>
          <a:custGeom>
            <a:avLst/>
            <a:gdLst/>
            <a:ahLst/>
            <a:cxnLst/>
            <a:rect l="l" t="t" r="r" b="b"/>
            <a:pathLst>
              <a:path w="11464789" h="1553178">
                <a:moveTo>
                  <a:pt x="107728" y="0"/>
                </a:moveTo>
                <a:lnTo>
                  <a:pt x="11357061" y="0"/>
                </a:lnTo>
                <a:cubicBezTo>
                  <a:pt x="11416558" y="0"/>
                  <a:pt x="11464789" y="48232"/>
                  <a:pt x="11464789" y="107728"/>
                </a:cubicBezTo>
                <a:lnTo>
                  <a:pt x="11464789" y="1445450"/>
                </a:lnTo>
                <a:cubicBezTo>
                  <a:pt x="11464789" y="1504947"/>
                  <a:pt x="11416558" y="1553178"/>
                  <a:pt x="11357061" y="1553178"/>
                </a:cubicBezTo>
                <a:lnTo>
                  <a:pt x="107728" y="1553178"/>
                </a:lnTo>
                <a:cubicBezTo>
                  <a:pt x="48232" y="1553178"/>
                  <a:pt x="0" y="1504947"/>
                  <a:pt x="0" y="1445450"/>
                </a:cubicBezTo>
                <a:lnTo>
                  <a:pt x="0" y="107728"/>
                </a:lnTo>
                <a:cubicBezTo>
                  <a:pt x="0" y="48271"/>
                  <a:pt x="48271" y="0"/>
                  <a:pt x="10772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4"/>
          <p:cNvSpPr/>
          <p:nvPr/>
        </p:nvSpPr>
        <p:spPr>
          <a:xfrm>
            <a:off x="574586" y="1301797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50501" y="23567"/>
                </a:moveTo>
                <a:cubicBezTo>
                  <a:pt x="50501" y="10563"/>
                  <a:pt x="61064" y="0"/>
                  <a:pt x="74068" y="0"/>
                </a:cubicBezTo>
                <a:lnTo>
                  <a:pt x="84168" y="0"/>
                </a:lnTo>
                <a:cubicBezTo>
                  <a:pt x="91617" y="0"/>
                  <a:pt x="97635" y="6018"/>
                  <a:pt x="97635" y="13467"/>
                </a:cubicBezTo>
                <a:lnTo>
                  <a:pt x="97635" y="202003"/>
                </a:lnTo>
                <a:cubicBezTo>
                  <a:pt x="97635" y="209452"/>
                  <a:pt x="91617" y="215470"/>
                  <a:pt x="84168" y="215470"/>
                </a:cubicBezTo>
                <a:lnTo>
                  <a:pt x="70701" y="215470"/>
                </a:lnTo>
                <a:cubicBezTo>
                  <a:pt x="58160" y="215470"/>
                  <a:pt x="47597" y="206885"/>
                  <a:pt x="44609" y="195270"/>
                </a:cubicBezTo>
                <a:cubicBezTo>
                  <a:pt x="44314" y="195270"/>
                  <a:pt x="44062" y="195270"/>
                  <a:pt x="43767" y="195270"/>
                </a:cubicBezTo>
                <a:cubicBezTo>
                  <a:pt x="25166" y="195270"/>
                  <a:pt x="10100" y="180203"/>
                  <a:pt x="10100" y="161602"/>
                </a:cubicBezTo>
                <a:cubicBezTo>
                  <a:pt x="10100" y="154027"/>
                  <a:pt x="12625" y="147041"/>
                  <a:pt x="16834" y="141402"/>
                </a:cubicBezTo>
                <a:cubicBezTo>
                  <a:pt x="8669" y="135258"/>
                  <a:pt x="3367" y="125494"/>
                  <a:pt x="3367" y="114468"/>
                </a:cubicBezTo>
                <a:cubicBezTo>
                  <a:pt x="3367" y="101464"/>
                  <a:pt x="10773" y="90144"/>
                  <a:pt x="21547" y="84547"/>
                </a:cubicBezTo>
                <a:cubicBezTo>
                  <a:pt x="18559" y="79497"/>
                  <a:pt x="16834" y="73605"/>
                  <a:pt x="16834" y="67334"/>
                </a:cubicBezTo>
                <a:cubicBezTo>
                  <a:pt x="16834" y="48733"/>
                  <a:pt x="31900" y="33667"/>
                  <a:pt x="50501" y="33667"/>
                </a:cubicBezTo>
                <a:lnTo>
                  <a:pt x="50501" y="23567"/>
                </a:lnTo>
                <a:close/>
                <a:moveTo>
                  <a:pt x="164969" y="23567"/>
                </a:moveTo>
                <a:lnTo>
                  <a:pt x="164969" y="33667"/>
                </a:lnTo>
                <a:cubicBezTo>
                  <a:pt x="183570" y="33667"/>
                  <a:pt x="198636" y="48733"/>
                  <a:pt x="198636" y="67334"/>
                </a:cubicBezTo>
                <a:cubicBezTo>
                  <a:pt x="198636" y="73647"/>
                  <a:pt x="196911" y="79539"/>
                  <a:pt x="193923" y="84547"/>
                </a:cubicBezTo>
                <a:cubicBezTo>
                  <a:pt x="204738" y="90144"/>
                  <a:pt x="212103" y="101422"/>
                  <a:pt x="212103" y="114468"/>
                </a:cubicBezTo>
                <a:cubicBezTo>
                  <a:pt x="212103" y="125494"/>
                  <a:pt x="206801" y="135258"/>
                  <a:pt x="198636" y="141402"/>
                </a:cubicBezTo>
                <a:cubicBezTo>
                  <a:pt x="202845" y="147041"/>
                  <a:pt x="205370" y="154027"/>
                  <a:pt x="205370" y="161602"/>
                </a:cubicBezTo>
                <a:cubicBezTo>
                  <a:pt x="205370" y="180203"/>
                  <a:pt x="190304" y="195270"/>
                  <a:pt x="171703" y="195270"/>
                </a:cubicBezTo>
                <a:cubicBezTo>
                  <a:pt x="171408" y="195270"/>
                  <a:pt x="171155" y="195270"/>
                  <a:pt x="170861" y="195270"/>
                </a:cubicBezTo>
                <a:cubicBezTo>
                  <a:pt x="167873" y="206885"/>
                  <a:pt x="157310" y="215470"/>
                  <a:pt x="144769" y="215470"/>
                </a:cubicBezTo>
                <a:lnTo>
                  <a:pt x="131302" y="215470"/>
                </a:lnTo>
                <a:cubicBezTo>
                  <a:pt x="123853" y="215470"/>
                  <a:pt x="117835" y="209452"/>
                  <a:pt x="117835" y="202003"/>
                </a:cubicBezTo>
                <a:lnTo>
                  <a:pt x="117835" y="13467"/>
                </a:lnTo>
                <a:cubicBezTo>
                  <a:pt x="117835" y="6018"/>
                  <a:pt x="123853" y="0"/>
                  <a:pt x="131302" y="0"/>
                </a:cubicBezTo>
                <a:lnTo>
                  <a:pt x="141402" y="0"/>
                </a:lnTo>
                <a:cubicBezTo>
                  <a:pt x="154406" y="0"/>
                  <a:pt x="164969" y="10563"/>
                  <a:pt x="164969" y="23567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5"/>
          <p:cNvSpPr/>
          <p:nvPr/>
        </p:nvSpPr>
        <p:spPr>
          <a:xfrm>
            <a:off x="816990" y="1265885"/>
            <a:ext cx="10935093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AI-Native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7652" y="1660913"/>
            <a:ext cx="11177496" cy="79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7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traditional systems where </a:t>
            </a:r>
            <a:r>
              <a:rPr lang="en-US" sz="1272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bolted on as an afterthought</a:t>
            </a:r>
            <a:r>
              <a:rPr lang="en-US" sz="127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this platform is architected from the ground up with artificial intelligence as its </a:t>
            </a:r>
            <a:r>
              <a:rPr lang="en-US" sz="1272" dirty="0">
                <a:solidFill>
                  <a:srgbClr val="FFFFFF">
                    <a:alpha val="90000"/>
                  </a:srgbClr>
                </a:solidFill>
                <a:highlight>
                  <a:srgbClr val="3498DB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layer </a:t>
            </a:r>
            <a:r>
              <a:rPr lang="en-US" sz="127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module, workflow, and interaction is designed with continuous intelligence, predictive analytics, and adaptive learning capabilities embedded at the core.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3605" y="2785396"/>
            <a:ext cx="3716854" cy="2163676"/>
          </a:xfrm>
          <a:custGeom>
            <a:avLst/>
            <a:gdLst/>
            <a:ahLst/>
            <a:cxnLst/>
            <a:rect l="l" t="t" r="r" b="b"/>
            <a:pathLst>
              <a:path w="3716854" h="2163676">
                <a:moveTo>
                  <a:pt x="107729" y="0"/>
                </a:moveTo>
                <a:lnTo>
                  <a:pt x="3609125" y="0"/>
                </a:lnTo>
                <a:cubicBezTo>
                  <a:pt x="3668622" y="0"/>
                  <a:pt x="3716854" y="48232"/>
                  <a:pt x="3716854" y="107729"/>
                </a:cubicBezTo>
                <a:lnTo>
                  <a:pt x="3716854" y="2055947"/>
                </a:lnTo>
                <a:cubicBezTo>
                  <a:pt x="3716854" y="2115444"/>
                  <a:pt x="3668622" y="2163676"/>
                  <a:pt x="3609125" y="2163676"/>
                </a:cubicBezTo>
                <a:lnTo>
                  <a:pt x="107729" y="2163676"/>
                </a:lnTo>
                <a:cubicBezTo>
                  <a:pt x="48232" y="2163676"/>
                  <a:pt x="0" y="2115444"/>
                  <a:pt x="0" y="2055947"/>
                </a:cubicBezTo>
                <a:lnTo>
                  <a:pt x="0" y="107729"/>
                </a:lnTo>
                <a:cubicBezTo>
                  <a:pt x="0" y="48272"/>
                  <a:pt x="48272" y="0"/>
                  <a:pt x="1077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8"/>
          <p:cNvSpPr/>
          <p:nvPr/>
        </p:nvSpPr>
        <p:spPr>
          <a:xfrm>
            <a:off x="511741" y="293353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9"/>
          <p:cNvSpPr/>
          <p:nvPr/>
        </p:nvSpPr>
        <p:spPr>
          <a:xfrm>
            <a:off x="655387" y="307717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02045" y="80801"/>
                </a:moveTo>
                <a:lnTo>
                  <a:pt x="205370" y="80801"/>
                </a:lnTo>
                <a:cubicBezTo>
                  <a:pt x="210967" y="80801"/>
                  <a:pt x="215470" y="76298"/>
                  <a:pt x="215470" y="70701"/>
                </a:cubicBezTo>
                <a:lnTo>
                  <a:pt x="215470" y="10100"/>
                </a:lnTo>
                <a:cubicBezTo>
                  <a:pt x="215470" y="6018"/>
                  <a:pt x="213029" y="2315"/>
                  <a:pt x="209241" y="758"/>
                </a:cubicBezTo>
                <a:cubicBezTo>
                  <a:pt x="205454" y="-800"/>
                  <a:pt x="201119" y="84"/>
                  <a:pt x="198215" y="2946"/>
                </a:cubicBezTo>
                <a:lnTo>
                  <a:pt x="176458" y="24745"/>
                </a:lnTo>
                <a:cubicBezTo>
                  <a:pt x="157815" y="9301"/>
                  <a:pt x="133827" y="0"/>
                  <a:pt x="107735" y="0"/>
                </a:cubicBezTo>
                <a:cubicBezTo>
                  <a:pt x="53447" y="0"/>
                  <a:pt x="8543" y="40148"/>
                  <a:pt x="1094" y="92374"/>
                </a:cubicBezTo>
                <a:cubicBezTo>
                  <a:pt x="42" y="99739"/>
                  <a:pt x="5134" y="106557"/>
                  <a:pt x="12499" y="107609"/>
                </a:cubicBezTo>
                <a:cubicBezTo>
                  <a:pt x="19864" y="108661"/>
                  <a:pt x="26681" y="103527"/>
                  <a:pt x="27733" y="96204"/>
                </a:cubicBezTo>
                <a:cubicBezTo>
                  <a:pt x="33330" y="57024"/>
                  <a:pt x="67040" y="26934"/>
                  <a:pt x="107735" y="26934"/>
                </a:cubicBezTo>
                <a:cubicBezTo>
                  <a:pt x="126420" y="26934"/>
                  <a:pt x="143590" y="33246"/>
                  <a:pt x="157268" y="43894"/>
                </a:cubicBezTo>
                <a:lnTo>
                  <a:pt x="137615" y="63547"/>
                </a:lnTo>
                <a:cubicBezTo>
                  <a:pt x="134711" y="66451"/>
                  <a:pt x="133869" y="70785"/>
                  <a:pt x="135426" y="74573"/>
                </a:cubicBezTo>
                <a:cubicBezTo>
                  <a:pt x="136983" y="78360"/>
                  <a:pt x="140687" y="80801"/>
                  <a:pt x="144769" y="80801"/>
                </a:cubicBezTo>
                <a:lnTo>
                  <a:pt x="202045" y="80801"/>
                </a:lnTo>
                <a:close/>
                <a:moveTo>
                  <a:pt x="214418" y="123096"/>
                </a:moveTo>
                <a:cubicBezTo>
                  <a:pt x="215470" y="115731"/>
                  <a:pt x="210336" y="108913"/>
                  <a:pt x="203013" y="107861"/>
                </a:cubicBezTo>
                <a:cubicBezTo>
                  <a:pt x="195690" y="106809"/>
                  <a:pt x="188831" y="111943"/>
                  <a:pt x="187779" y="119266"/>
                </a:cubicBezTo>
                <a:cubicBezTo>
                  <a:pt x="182181" y="158404"/>
                  <a:pt x="148472" y="188494"/>
                  <a:pt x="107777" y="188494"/>
                </a:cubicBezTo>
                <a:cubicBezTo>
                  <a:pt x="89092" y="188494"/>
                  <a:pt x="71921" y="182181"/>
                  <a:pt x="58244" y="171534"/>
                </a:cubicBezTo>
                <a:lnTo>
                  <a:pt x="77855" y="151923"/>
                </a:lnTo>
                <a:cubicBezTo>
                  <a:pt x="80759" y="149019"/>
                  <a:pt x="81601" y="144685"/>
                  <a:pt x="80044" y="140897"/>
                </a:cubicBezTo>
                <a:cubicBezTo>
                  <a:pt x="78487" y="137109"/>
                  <a:pt x="74783" y="134669"/>
                  <a:pt x="70701" y="134669"/>
                </a:cubicBezTo>
                <a:lnTo>
                  <a:pt x="10100" y="134669"/>
                </a:lnTo>
                <a:cubicBezTo>
                  <a:pt x="4503" y="134669"/>
                  <a:pt x="0" y="139172"/>
                  <a:pt x="0" y="144769"/>
                </a:cubicBezTo>
                <a:lnTo>
                  <a:pt x="0" y="205370"/>
                </a:lnTo>
                <a:cubicBezTo>
                  <a:pt x="0" y="209452"/>
                  <a:pt x="2441" y="213155"/>
                  <a:pt x="6228" y="214712"/>
                </a:cubicBezTo>
                <a:cubicBezTo>
                  <a:pt x="10016" y="216269"/>
                  <a:pt x="14351" y="215386"/>
                  <a:pt x="17254" y="212524"/>
                </a:cubicBezTo>
                <a:lnTo>
                  <a:pt x="39054" y="190724"/>
                </a:lnTo>
                <a:cubicBezTo>
                  <a:pt x="57655" y="206169"/>
                  <a:pt x="81643" y="215470"/>
                  <a:pt x="107735" y="215470"/>
                </a:cubicBezTo>
                <a:cubicBezTo>
                  <a:pt x="162023" y="215470"/>
                  <a:pt x="206927" y="175322"/>
                  <a:pt x="214376" y="12309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0"/>
          <p:cNvSpPr/>
          <p:nvPr/>
        </p:nvSpPr>
        <p:spPr>
          <a:xfrm>
            <a:off x="511741" y="3544029"/>
            <a:ext cx="350138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Intelligence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1741" y="3867234"/>
            <a:ext cx="3492406" cy="933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actively monitors, tracks, and analyzes every dimension of student development—academic performance, extracurricular activities, wellbeing metrics, and behavioral patterns—in real-time.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36731" y="2785396"/>
            <a:ext cx="3716854" cy="2163676"/>
          </a:xfrm>
          <a:custGeom>
            <a:avLst/>
            <a:gdLst/>
            <a:ahLst/>
            <a:cxnLst/>
            <a:rect l="l" t="t" r="r" b="b"/>
            <a:pathLst>
              <a:path w="3716854" h="2163676">
                <a:moveTo>
                  <a:pt x="107729" y="0"/>
                </a:moveTo>
                <a:lnTo>
                  <a:pt x="3609125" y="0"/>
                </a:lnTo>
                <a:cubicBezTo>
                  <a:pt x="3668622" y="0"/>
                  <a:pt x="3716854" y="48232"/>
                  <a:pt x="3716854" y="107729"/>
                </a:cubicBezTo>
                <a:lnTo>
                  <a:pt x="3716854" y="2055947"/>
                </a:lnTo>
                <a:cubicBezTo>
                  <a:pt x="3716854" y="2115444"/>
                  <a:pt x="3668622" y="2163676"/>
                  <a:pt x="3609125" y="2163676"/>
                </a:cubicBezTo>
                <a:lnTo>
                  <a:pt x="107729" y="2163676"/>
                </a:lnTo>
                <a:cubicBezTo>
                  <a:pt x="48232" y="2163676"/>
                  <a:pt x="0" y="2115444"/>
                  <a:pt x="0" y="2055947"/>
                </a:cubicBezTo>
                <a:lnTo>
                  <a:pt x="0" y="107729"/>
                </a:lnTo>
                <a:cubicBezTo>
                  <a:pt x="0" y="48272"/>
                  <a:pt x="48272" y="0"/>
                  <a:pt x="1077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3"/>
          <p:cNvSpPr/>
          <p:nvPr/>
        </p:nvSpPr>
        <p:spPr>
          <a:xfrm>
            <a:off x="4384867" y="293353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4"/>
          <p:cNvSpPr/>
          <p:nvPr/>
        </p:nvSpPr>
        <p:spPr>
          <a:xfrm>
            <a:off x="4528513" y="307717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6934" y="26934"/>
                </a:moveTo>
                <a:cubicBezTo>
                  <a:pt x="26934" y="19485"/>
                  <a:pt x="20916" y="13467"/>
                  <a:pt x="13467" y="13467"/>
                </a:cubicBezTo>
                <a:cubicBezTo>
                  <a:pt x="6018" y="13467"/>
                  <a:pt x="0" y="19485"/>
                  <a:pt x="0" y="26934"/>
                </a:cubicBezTo>
                <a:lnTo>
                  <a:pt x="0" y="168336"/>
                </a:lnTo>
                <a:cubicBezTo>
                  <a:pt x="0" y="186937"/>
                  <a:pt x="15066" y="202003"/>
                  <a:pt x="33667" y="202003"/>
                </a:cubicBezTo>
                <a:lnTo>
                  <a:pt x="202003" y="202003"/>
                </a:lnTo>
                <a:cubicBezTo>
                  <a:pt x="209452" y="202003"/>
                  <a:pt x="215470" y="195985"/>
                  <a:pt x="215470" y="188536"/>
                </a:cubicBezTo>
                <a:cubicBezTo>
                  <a:pt x="215470" y="181087"/>
                  <a:pt x="209452" y="175069"/>
                  <a:pt x="202003" y="175069"/>
                </a:cubicBezTo>
                <a:lnTo>
                  <a:pt x="33667" y="175069"/>
                </a:lnTo>
                <a:cubicBezTo>
                  <a:pt x="29964" y="175069"/>
                  <a:pt x="26934" y="172039"/>
                  <a:pt x="26934" y="168336"/>
                </a:cubicBezTo>
                <a:lnTo>
                  <a:pt x="26934" y="26934"/>
                </a:lnTo>
                <a:close/>
                <a:moveTo>
                  <a:pt x="198047" y="63378"/>
                </a:moveTo>
                <a:cubicBezTo>
                  <a:pt x="203308" y="58118"/>
                  <a:pt x="203308" y="49575"/>
                  <a:pt x="198047" y="44314"/>
                </a:cubicBezTo>
                <a:cubicBezTo>
                  <a:pt x="192787" y="39054"/>
                  <a:pt x="184244" y="39054"/>
                  <a:pt x="178983" y="44314"/>
                </a:cubicBezTo>
                <a:lnTo>
                  <a:pt x="134669" y="88671"/>
                </a:lnTo>
                <a:lnTo>
                  <a:pt x="110512" y="64557"/>
                </a:lnTo>
                <a:cubicBezTo>
                  <a:pt x="105252" y="59296"/>
                  <a:pt x="96709" y="59296"/>
                  <a:pt x="91448" y="64557"/>
                </a:cubicBezTo>
                <a:lnTo>
                  <a:pt x="51048" y="104957"/>
                </a:lnTo>
                <a:cubicBezTo>
                  <a:pt x="45787" y="110218"/>
                  <a:pt x="45787" y="118761"/>
                  <a:pt x="51048" y="124021"/>
                </a:cubicBezTo>
                <a:cubicBezTo>
                  <a:pt x="56308" y="129282"/>
                  <a:pt x="64851" y="129282"/>
                  <a:pt x="70112" y="124021"/>
                </a:cubicBezTo>
                <a:lnTo>
                  <a:pt x="101001" y="93132"/>
                </a:lnTo>
                <a:lnTo>
                  <a:pt x="125158" y="117288"/>
                </a:lnTo>
                <a:cubicBezTo>
                  <a:pt x="130418" y="122548"/>
                  <a:pt x="138961" y="122548"/>
                  <a:pt x="144222" y="117288"/>
                </a:cubicBezTo>
                <a:lnTo>
                  <a:pt x="198089" y="6342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5"/>
          <p:cNvSpPr/>
          <p:nvPr/>
        </p:nvSpPr>
        <p:spPr>
          <a:xfrm>
            <a:off x="4384867" y="3544029"/>
            <a:ext cx="350138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84867" y="3867234"/>
            <a:ext cx="3492406" cy="933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forecast academic trajectories, identify at-risk students before issues manifest, and predict resource needs—enabling proactive intervention rather than reactive response.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09857" y="2785396"/>
            <a:ext cx="3716854" cy="2163676"/>
          </a:xfrm>
          <a:custGeom>
            <a:avLst/>
            <a:gdLst/>
            <a:ahLst/>
            <a:cxnLst/>
            <a:rect l="l" t="t" r="r" b="b"/>
            <a:pathLst>
              <a:path w="3716854" h="2163676">
                <a:moveTo>
                  <a:pt x="107729" y="0"/>
                </a:moveTo>
                <a:lnTo>
                  <a:pt x="3609125" y="0"/>
                </a:lnTo>
                <a:cubicBezTo>
                  <a:pt x="3668622" y="0"/>
                  <a:pt x="3716854" y="48232"/>
                  <a:pt x="3716854" y="107729"/>
                </a:cubicBezTo>
                <a:lnTo>
                  <a:pt x="3716854" y="2055947"/>
                </a:lnTo>
                <a:cubicBezTo>
                  <a:pt x="3716854" y="2115444"/>
                  <a:pt x="3668622" y="2163676"/>
                  <a:pt x="3609125" y="2163676"/>
                </a:cubicBezTo>
                <a:lnTo>
                  <a:pt x="107729" y="2163676"/>
                </a:lnTo>
                <a:cubicBezTo>
                  <a:pt x="48232" y="2163676"/>
                  <a:pt x="0" y="2115444"/>
                  <a:pt x="0" y="2055947"/>
                </a:cubicBezTo>
                <a:lnTo>
                  <a:pt x="0" y="107729"/>
                </a:lnTo>
                <a:cubicBezTo>
                  <a:pt x="0" y="48272"/>
                  <a:pt x="48272" y="0"/>
                  <a:pt x="10772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hape 18"/>
          <p:cNvSpPr/>
          <p:nvPr/>
        </p:nvSpPr>
        <p:spPr>
          <a:xfrm>
            <a:off x="8257993" y="293353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251381" y="0"/>
                </a:moveTo>
                <a:lnTo>
                  <a:pt x="251381" y="0"/>
                </a:lnTo>
                <a:cubicBezTo>
                  <a:pt x="390123" y="0"/>
                  <a:pt x="502763" y="112640"/>
                  <a:pt x="502763" y="251381"/>
                </a:cubicBezTo>
                <a:lnTo>
                  <a:pt x="502763" y="251381"/>
                </a:lnTo>
                <a:cubicBezTo>
                  <a:pt x="502763" y="390123"/>
                  <a:pt x="390123" y="502763"/>
                  <a:pt x="251381" y="502763"/>
                </a:cubicBezTo>
                <a:lnTo>
                  <a:pt x="251381" y="502763"/>
                </a:lnTo>
                <a:cubicBezTo>
                  <a:pt x="112640" y="502763"/>
                  <a:pt x="0" y="390123"/>
                  <a:pt x="0" y="251381"/>
                </a:cubicBezTo>
                <a:lnTo>
                  <a:pt x="0" y="251381"/>
                </a:lnTo>
                <a:cubicBezTo>
                  <a:pt x="0" y="112640"/>
                  <a:pt x="112640" y="0"/>
                  <a:pt x="25138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Shape 19"/>
          <p:cNvSpPr/>
          <p:nvPr/>
        </p:nvSpPr>
        <p:spPr>
          <a:xfrm>
            <a:off x="8374705" y="3077178"/>
            <a:ext cx="269337" cy="215470"/>
          </a:xfrm>
          <a:custGeom>
            <a:avLst/>
            <a:gdLst/>
            <a:ahLst/>
            <a:cxnLst/>
            <a:rect l="l" t="t" r="r" b="b"/>
            <a:pathLst>
              <a:path w="269337" h="215470">
                <a:moveTo>
                  <a:pt x="107945" y="3367"/>
                </a:moveTo>
                <a:cubicBezTo>
                  <a:pt x="135817" y="3367"/>
                  <a:pt x="158446" y="25995"/>
                  <a:pt x="158446" y="53867"/>
                </a:cubicBezTo>
                <a:cubicBezTo>
                  <a:pt x="158446" y="81740"/>
                  <a:pt x="135817" y="104368"/>
                  <a:pt x="107945" y="104368"/>
                </a:cubicBezTo>
                <a:cubicBezTo>
                  <a:pt x="80073" y="104368"/>
                  <a:pt x="57445" y="81740"/>
                  <a:pt x="57445" y="53867"/>
                </a:cubicBezTo>
                <a:cubicBezTo>
                  <a:pt x="57445" y="25995"/>
                  <a:pt x="80073" y="3367"/>
                  <a:pt x="107945" y="3367"/>
                </a:cubicBezTo>
                <a:close/>
                <a:moveTo>
                  <a:pt x="95404" y="127935"/>
                </a:moveTo>
                <a:lnTo>
                  <a:pt x="120402" y="127935"/>
                </a:lnTo>
                <a:lnTo>
                  <a:pt x="121033" y="127935"/>
                </a:lnTo>
                <a:cubicBezTo>
                  <a:pt x="115605" y="139214"/>
                  <a:pt x="117751" y="152428"/>
                  <a:pt x="125873" y="161392"/>
                </a:cubicBezTo>
                <a:cubicBezTo>
                  <a:pt x="117372" y="170777"/>
                  <a:pt x="115436" y="184875"/>
                  <a:pt x="121917" y="196490"/>
                </a:cubicBezTo>
                <a:lnTo>
                  <a:pt x="131386" y="213492"/>
                </a:lnTo>
                <a:cubicBezTo>
                  <a:pt x="131765" y="214165"/>
                  <a:pt x="132186" y="214839"/>
                  <a:pt x="132607" y="215470"/>
                </a:cubicBezTo>
                <a:lnTo>
                  <a:pt x="32868" y="215470"/>
                </a:lnTo>
                <a:cubicBezTo>
                  <a:pt x="25966" y="215470"/>
                  <a:pt x="20369" y="209873"/>
                  <a:pt x="20369" y="202971"/>
                </a:cubicBezTo>
                <a:cubicBezTo>
                  <a:pt x="20369" y="161518"/>
                  <a:pt x="53952" y="127935"/>
                  <a:pt x="95404" y="127935"/>
                </a:cubicBezTo>
                <a:close/>
                <a:moveTo>
                  <a:pt x="182055" y="104200"/>
                </a:moveTo>
                <a:cubicBezTo>
                  <a:pt x="182055" y="98603"/>
                  <a:pt x="186558" y="94100"/>
                  <a:pt x="192155" y="94100"/>
                </a:cubicBezTo>
                <a:lnTo>
                  <a:pt x="212356" y="94100"/>
                </a:lnTo>
                <a:cubicBezTo>
                  <a:pt x="217953" y="94100"/>
                  <a:pt x="222456" y="98603"/>
                  <a:pt x="222456" y="104200"/>
                </a:cubicBezTo>
                <a:lnTo>
                  <a:pt x="222456" y="106767"/>
                </a:lnTo>
                <a:cubicBezTo>
                  <a:pt x="222456" y="114721"/>
                  <a:pt x="232598" y="120571"/>
                  <a:pt x="239500" y="116615"/>
                </a:cubicBezTo>
                <a:lnTo>
                  <a:pt x="241604" y="115394"/>
                </a:lnTo>
                <a:cubicBezTo>
                  <a:pt x="246486" y="112575"/>
                  <a:pt x="252756" y="114300"/>
                  <a:pt x="255492" y="119224"/>
                </a:cubicBezTo>
                <a:lnTo>
                  <a:pt x="264918" y="136142"/>
                </a:lnTo>
                <a:cubicBezTo>
                  <a:pt x="267528" y="140855"/>
                  <a:pt x="266013" y="146747"/>
                  <a:pt x="261468" y="149608"/>
                </a:cubicBezTo>
                <a:lnTo>
                  <a:pt x="259490" y="150829"/>
                </a:lnTo>
                <a:cubicBezTo>
                  <a:pt x="252672" y="155079"/>
                  <a:pt x="252672" y="167620"/>
                  <a:pt x="259490" y="171913"/>
                </a:cubicBezTo>
                <a:lnTo>
                  <a:pt x="261425" y="173133"/>
                </a:lnTo>
                <a:cubicBezTo>
                  <a:pt x="265971" y="175995"/>
                  <a:pt x="267528" y="181887"/>
                  <a:pt x="264918" y="186600"/>
                </a:cubicBezTo>
                <a:lnTo>
                  <a:pt x="255450" y="203602"/>
                </a:lnTo>
                <a:cubicBezTo>
                  <a:pt x="252714" y="208526"/>
                  <a:pt x="246444" y="210293"/>
                  <a:pt x="241562" y="207432"/>
                </a:cubicBezTo>
                <a:lnTo>
                  <a:pt x="239500" y="206211"/>
                </a:lnTo>
                <a:cubicBezTo>
                  <a:pt x="232598" y="202213"/>
                  <a:pt x="222456" y="208105"/>
                  <a:pt x="222456" y="216059"/>
                </a:cubicBezTo>
                <a:lnTo>
                  <a:pt x="222456" y="218626"/>
                </a:lnTo>
                <a:cubicBezTo>
                  <a:pt x="222456" y="224223"/>
                  <a:pt x="217953" y="228726"/>
                  <a:pt x="212356" y="228726"/>
                </a:cubicBezTo>
                <a:lnTo>
                  <a:pt x="192155" y="228726"/>
                </a:lnTo>
                <a:cubicBezTo>
                  <a:pt x="186558" y="228726"/>
                  <a:pt x="182055" y="224223"/>
                  <a:pt x="182055" y="218626"/>
                </a:cubicBezTo>
                <a:lnTo>
                  <a:pt x="182055" y="216143"/>
                </a:lnTo>
                <a:cubicBezTo>
                  <a:pt x="182055" y="208147"/>
                  <a:pt x="171871" y="202255"/>
                  <a:pt x="164927" y="206253"/>
                </a:cubicBezTo>
                <a:lnTo>
                  <a:pt x="162907" y="207432"/>
                </a:lnTo>
                <a:cubicBezTo>
                  <a:pt x="158025" y="210251"/>
                  <a:pt x="151797" y="208526"/>
                  <a:pt x="149019" y="203602"/>
                </a:cubicBezTo>
                <a:lnTo>
                  <a:pt x="139508" y="186600"/>
                </a:lnTo>
                <a:cubicBezTo>
                  <a:pt x="136899" y="181887"/>
                  <a:pt x="138414" y="175953"/>
                  <a:pt x="143001" y="173091"/>
                </a:cubicBezTo>
                <a:lnTo>
                  <a:pt x="144853" y="171955"/>
                </a:lnTo>
                <a:cubicBezTo>
                  <a:pt x="151713" y="167705"/>
                  <a:pt x="151713" y="155079"/>
                  <a:pt x="144853" y="150829"/>
                </a:cubicBezTo>
                <a:lnTo>
                  <a:pt x="142959" y="149651"/>
                </a:lnTo>
                <a:cubicBezTo>
                  <a:pt x="138372" y="146789"/>
                  <a:pt x="136857" y="140855"/>
                  <a:pt x="139466" y="136142"/>
                </a:cubicBezTo>
                <a:lnTo>
                  <a:pt x="148935" y="119182"/>
                </a:lnTo>
                <a:cubicBezTo>
                  <a:pt x="151671" y="114258"/>
                  <a:pt x="157941" y="112532"/>
                  <a:pt x="162781" y="115352"/>
                </a:cubicBezTo>
                <a:lnTo>
                  <a:pt x="164801" y="116530"/>
                </a:lnTo>
                <a:cubicBezTo>
                  <a:pt x="171745" y="120528"/>
                  <a:pt x="181929" y="114637"/>
                  <a:pt x="181929" y="106641"/>
                </a:cubicBezTo>
                <a:lnTo>
                  <a:pt x="181929" y="104158"/>
                </a:lnTo>
                <a:close/>
                <a:moveTo>
                  <a:pt x="224097" y="161518"/>
                </a:moveTo>
                <a:cubicBezTo>
                  <a:pt x="224097" y="149440"/>
                  <a:pt x="214291" y="139635"/>
                  <a:pt x="202213" y="139635"/>
                </a:cubicBezTo>
                <a:cubicBezTo>
                  <a:pt x="190135" y="139635"/>
                  <a:pt x="180330" y="149440"/>
                  <a:pt x="180330" y="161518"/>
                </a:cubicBezTo>
                <a:cubicBezTo>
                  <a:pt x="180330" y="173596"/>
                  <a:pt x="190135" y="183402"/>
                  <a:pt x="202213" y="183402"/>
                </a:cubicBezTo>
                <a:cubicBezTo>
                  <a:pt x="214291" y="183402"/>
                  <a:pt x="224097" y="173596"/>
                  <a:pt x="224097" y="16151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0"/>
          <p:cNvSpPr/>
          <p:nvPr/>
        </p:nvSpPr>
        <p:spPr>
          <a:xfrm>
            <a:off x="8257993" y="3544029"/>
            <a:ext cx="350138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Learning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57993" y="3867234"/>
            <a:ext cx="3492406" cy="933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difficulty, pacing, and instructional approaches automatically adjust to each student's comprehension level, learning style, and progress—delivering true personalization at scale.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3605" y="5101697"/>
            <a:ext cx="11464789" cy="1517267"/>
          </a:xfrm>
          <a:custGeom>
            <a:avLst/>
            <a:gdLst/>
            <a:ahLst/>
            <a:cxnLst/>
            <a:rect l="l" t="t" r="r" b="b"/>
            <a:pathLst>
              <a:path w="11464789" h="1517267">
                <a:moveTo>
                  <a:pt x="107741" y="0"/>
                </a:moveTo>
                <a:lnTo>
                  <a:pt x="11357048" y="0"/>
                </a:lnTo>
                <a:cubicBezTo>
                  <a:pt x="11416552" y="0"/>
                  <a:pt x="11464789" y="48237"/>
                  <a:pt x="11464789" y="107741"/>
                </a:cubicBezTo>
                <a:lnTo>
                  <a:pt x="11464789" y="1409525"/>
                </a:lnTo>
                <a:cubicBezTo>
                  <a:pt x="11464789" y="1469029"/>
                  <a:pt x="11416552" y="1517267"/>
                  <a:pt x="11357048" y="1517267"/>
                </a:cubicBezTo>
                <a:lnTo>
                  <a:pt x="107741" y="1517267"/>
                </a:lnTo>
                <a:cubicBezTo>
                  <a:pt x="48237" y="1517267"/>
                  <a:pt x="0" y="1469029"/>
                  <a:pt x="0" y="1409525"/>
                </a:cubicBezTo>
                <a:lnTo>
                  <a:pt x="0" y="107741"/>
                </a:lnTo>
                <a:cubicBezTo>
                  <a:pt x="0" y="48237"/>
                  <a:pt x="48237" y="0"/>
                  <a:pt x="10774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3"/>
          <p:cNvSpPr/>
          <p:nvPr/>
        </p:nvSpPr>
        <p:spPr>
          <a:xfrm>
            <a:off x="511741" y="5249832"/>
            <a:ext cx="1125829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Self-Improving Educational Environment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661124" y="5617926"/>
            <a:ext cx="412984" cy="412984"/>
          </a:xfrm>
          <a:custGeom>
            <a:avLst/>
            <a:gdLst/>
            <a:ahLst/>
            <a:cxnLst/>
            <a:rect l="l" t="t" r="r" b="b"/>
            <a:pathLst>
              <a:path w="412984" h="412984">
                <a:moveTo>
                  <a:pt x="206492" y="0"/>
                </a:moveTo>
                <a:lnTo>
                  <a:pt x="206492" y="0"/>
                </a:lnTo>
                <a:cubicBezTo>
                  <a:pt x="320458" y="0"/>
                  <a:pt x="412984" y="92526"/>
                  <a:pt x="412984" y="206492"/>
                </a:cubicBezTo>
                <a:lnTo>
                  <a:pt x="412984" y="206492"/>
                </a:lnTo>
                <a:cubicBezTo>
                  <a:pt x="412984" y="320458"/>
                  <a:pt x="320458" y="412984"/>
                  <a:pt x="206492" y="412984"/>
                </a:cubicBezTo>
                <a:lnTo>
                  <a:pt x="206492" y="412984"/>
                </a:lnTo>
                <a:cubicBezTo>
                  <a:pt x="92526" y="412984"/>
                  <a:pt x="0" y="320458"/>
                  <a:pt x="0" y="206492"/>
                </a:cubicBezTo>
                <a:lnTo>
                  <a:pt x="0" y="206492"/>
                </a:lnTo>
                <a:cubicBezTo>
                  <a:pt x="0" y="92526"/>
                  <a:pt x="92526" y="0"/>
                  <a:pt x="206492" y="0"/>
                </a:cubicBezTo>
                <a:close/>
              </a:path>
            </a:pathLst>
          </a:cu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5"/>
          <p:cNvSpPr/>
          <p:nvPr/>
        </p:nvSpPr>
        <p:spPr>
          <a:xfrm>
            <a:off x="1808908" y="5716683"/>
            <a:ext cx="11671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80318" y="6111711"/>
            <a:ext cx="277417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84807" y="6327181"/>
            <a:ext cx="276519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Multi-dimensional student data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80678" y="5617926"/>
            <a:ext cx="412984" cy="412984"/>
          </a:xfrm>
          <a:custGeom>
            <a:avLst/>
            <a:gdLst/>
            <a:ahLst/>
            <a:cxnLst/>
            <a:rect l="l" t="t" r="r" b="b"/>
            <a:pathLst>
              <a:path w="412984" h="412984">
                <a:moveTo>
                  <a:pt x="206492" y="0"/>
                </a:moveTo>
                <a:lnTo>
                  <a:pt x="206492" y="0"/>
                </a:lnTo>
                <a:cubicBezTo>
                  <a:pt x="320458" y="0"/>
                  <a:pt x="412984" y="92526"/>
                  <a:pt x="412984" y="206492"/>
                </a:cubicBezTo>
                <a:lnTo>
                  <a:pt x="412984" y="206492"/>
                </a:lnTo>
                <a:cubicBezTo>
                  <a:pt x="412984" y="320458"/>
                  <a:pt x="320458" y="412984"/>
                  <a:pt x="206492" y="412984"/>
                </a:cubicBezTo>
                <a:lnTo>
                  <a:pt x="206492" y="412984"/>
                </a:lnTo>
                <a:cubicBezTo>
                  <a:pt x="92526" y="412984"/>
                  <a:pt x="0" y="320458"/>
                  <a:pt x="0" y="206492"/>
                </a:cubicBezTo>
                <a:lnTo>
                  <a:pt x="0" y="206492"/>
                </a:lnTo>
                <a:cubicBezTo>
                  <a:pt x="0" y="92526"/>
                  <a:pt x="92526" y="0"/>
                  <a:pt x="206492" y="0"/>
                </a:cubicBezTo>
                <a:close/>
              </a:path>
            </a:pathLst>
          </a:cu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29"/>
          <p:cNvSpPr/>
          <p:nvPr/>
        </p:nvSpPr>
        <p:spPr>
          <a:xfrm>
            <a:off x="4614645" y="5716683"/>
            <a:ext cx="14364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299872" y="6111711"/>
            <a:ext cx="277417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304361" y="6327181"/>
            <a:ext cx="276519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identifies trends &amp; insights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300232" y="5617926"/>
            <a:ext cx="412984" cy="412984"/>
          </a:xfrm>
          <a:custGeom>
            <a:avLst/>
            <a:gdLst/>
            <a:ahLst/>
            <a:cxnLst/>
            <a:rect l="l" t="t" r="r" b="b"/>
            <a:pathLst>
              <a:path w="412984" h="412984">
                <a:moveTo>
                  <a:pt x="206492" y="0"/>
                </a:moveTo>
                <a:lnTo>
                  <a:pt x="206492" y="0"/>
                </a:lnTo>
                <a:cubicBezTo>
                  <a:pt x="320458" y="0"/>
                  <a:pt x="412984" y="92526"/>
                  <a:pt x="412984" y="206492"/>
                </a:cubicBezTo>
                <a:lnTo>
                  <a:pt x="412984" y="206492"/>
                </a:lnTo>
                <a:cubicBezTo>
                  <a:pt x="412984" y="320458"/>
                  <a:pt x="320458" y="412984"/>
                  <a:pt x="206492" y="412984"/>
                </a:cubicBezTo>
                <a:lnTo>
                  <a:pt x="206492" y="412984"/>
                </a:lnTo>
                <a:cubicBezTo>
                  <a:pt x="92526" y="412984"/>
                  <a:pt x="0" y="320458"/>
                  <a:pt x="0" y="206492"/>
                </a:cubicBezTo>
                <a:lnTo>
                  <a:pt x="0" y="206492"/>
                </a:lnTo>
                <a:cubicBezTo>
                  <a:pt x="0" y="92526"/>
                  <a:pt x="92526" y="0"/>
                  <a:pt x="206492" y="0"/>
                </a:cubicBezTo>
                <a:close/>
              </a:path>
            </a:pathLst>
          </a:cu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ext 33"/>
          <p:cNvSpPr/>
          <p:nvPr/>
        </p:nvSpPr>
        <p:spPr>
          <a:xfrm>
            <a:off x="7432376" y="5716683"/>
            <a:ext cx="15262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119427" y="6111711"/>
            <a:ext cx="277417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123916" y="6327181"/>
            <a:ext cx="276519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outcomes &amp; risks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0119786" y="5617926"/>
            <a:ext cx="412984" cy="412984"/>
          </a:xfrm>
          <a:custGeom>
            <a:avLst/>
            <a:gdLst/>
            <a:ahLst/>
            <a:cxnLst/>
            <a:rect l="l" t="t" r="r" b="b"/>
            <a:pathLst>
              <a:path w="412984" h="412984">
                <a:moveTo>
                  <a:pt x="206492" y="0"/>
                </a:moveTo>
                <a:lnTo>
                  <a:pt x="206492" y="0"/>
                </a:lnTo>
                <a:cubicBezTo>
                  <a:pt x="320458" y="0"/>
                  <a:pt x="412984" y="92526"/>
                  <a:pt x="412984" y="206492"/>
                </a:cubicBezTo>
                <a:lnTo>
                  <a:pt x="412984" y="206492"/>
                </a:lnTo>
                <a:cubicBezTo>
                  <a:pt x="412984" y="320458"/>
                  <a:pt x="320458" y="412984"/>
                  <a:pt x="206492" y="412984"/>
                </a:cubicBezTo>
                <a:lnTo>
                  <a:pt x="206492" y="412984"/>
                </a:lnTo>
                <a:cubicBezTo>
                  <a:pt x="92526" y="412984"/>
                  <a:pt x="0" y="320458"/>
                  <a:pt x="0" y="206492"/>
                </a:cubicBezTo>
                <a:lnTo>
                  <a:pt x="0" y="206492"/>
                </a:lnTo>
                <a:cubicBezTo>
                  <a:pt x="0" y="92526"/>
                  <a:pt x="92526" y="0"/>
                  <a:pt x="206492" y="0"/>
                </a:cubicBezTo>
                <a:close/>
              </a:path>
            </a:pathLst>
          </a:cu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10253824" y="5716683"/>
            <a:ext cx="14364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938981" y="6111711"/>
            <a:ext cx="277417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Response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943470" y="6327181"/>
            <a:ext cx="2765196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interventions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PILLAR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360° Student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443344" y="400050"/>
            <a:ext cx="1371600" cy="571500"/>
          </a:xfrm>
          <a:custGeom>
            <a:avLst/>
            <a:gdLst/>
            <a:ahLst/>
            <a:cxnLst/>
            <a:rect l="l" t="t" r="r" b="b"/>
            <a:pathLst>
              <a:path w="1371600" h="571500">
                <a:moveTo>
                  <a:pt x="76198" y="0"/>
                </a:moveTo>
                <a:lnTo>
                  <a:pt x="1295402" y="0"/>
                </a:lnTo>
                <a:cubicBezTo>
                  <a:pt x="1337485" y="0"/>
                  <a:pt x="1371600" y="34115"/>
                  <a:pt x="1371600" y="76198"/>
                </a:cubicBezTo>
                <a:lnTo>
                  <a:pt x="1371600" y="495302"/>
                </a:lnTo>
                <a:cubicBezTo>
                  <a:pt x="1371600" y="537385"/>
                  <a:pt x="1337485" y="571500"/>
                  <a:pt x="12954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0633844" y="4762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STUDENT-CENTRIC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33844" y="62865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143000"/>
            <a:ext cx="4657725" cy="3390900"/>
          </a:xfrm>
          <a:custGeom>
            <a:avLst/>
            <a:gdLst/>
            <a:ahLst/>
            <a:cxnLst/>
            <a:rect l="l" t="t" r="r" b="b"/>
            <a:pathLst>
              <a:path w="4657725" h="3390900">
                <a:moveTo>
                  <a:pt x="38100" y="0"/>
                </a:moveTo>
                <a:lnTo>
                  <a:pt x="4543418" y="0"/>
                </a:lnTo>
                <a:cubicBezTo>
                  <a:pt x="4606548" y="0"/>
                  <a:pt x="4657725" y="51177"/>
                  <a:pt x="4657725" y="114307"/>
                </a:cubicBezTo>
                <a:lnTo>
                  <a:pt x="4657725" y="3276593"/>
                </a:lnTo>
                <a:cubicBezTo>
                  <a:pt x="4657725" y="3339723"/>
                  <a:pt x="4606548" y="3390900"/>
                  <a:pt x="4543418" y="3390900"/>
                </a:cubicBezTo>
                <a:lnTo>
                  <a:pt x="38100" y="3390900"/>
                </a:lnTo>
                <a:cubicBezTo>
                  <a:pt x="17072" y="3390900"/>
                  <a:pt x="0" y="3373828"/>
                  <a:pt x="0" y="3352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00050" y="1143000"/>
            <a:ext cx="38100" cy="3390900"/>
          </a:xfrm>
          <a:custGeom>
            <a:avLst/>
            <a:gdLst/>
            <a:ahLst/>
            <a:cxnLst/>
            <a:rect l="l" t="t" r="r" b="b"/>
            <a:pathLst>
              <a:path w="38100" h="3390900">
                <a:moveTo>
                  <a:pt x="38100" y="0"/>
                </a:moveTo>
                <a:lnTo>
                  <a:pt x="38100" y="0"/>
                </a:lnTo>
                <a:lnTo>
                  <a:pt x="38100" y="3390900"/>
                </a:lnTo>
                <a:lnTo>
                  <a:pt x="38100" y="3390900"/>
                </a:lnTo>
                <a:cubicBezTo>
                  <a:pt x="17072" y="3390900"/>
                  <a:pt x="0" y="3373828"/>
                  <a:pt x="0" y="3352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571500" y="1295400"/>
            <a:ext cx="441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12-Dimensional Tracking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638300"/>
            <a:ext cx="440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student development record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19431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676275" y="203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914400" y="201930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74900" y="19431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2860625" y="2038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3117800" y="20193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3622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76275" y="24574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349" y="-9525"/>
                </a:moveTo>
                <a:cubicBezTo>
                  <a:pt x="85549" y="-9525"/>
                  <a:pt x="93018" y="-2056"/>
                  <a:pt x="93018" y="7144"/>
                </a:cubicBezTo>
                <a:cubicBezTo>
                  <a:pt x="93018" y="16343"/>
                  <a:pt x="85549" y="23813"/>
                  <a:pt x="76349" y="23813"/>
                </a:cubicBezTo>
                <a:cubicBezTo>
                  <a:pt x="67149" y="23813"/>
                  <a:pt x="59680" y="16343"/>
                  <a:pt x="59680" y="7144"/>
                </a:cubicBezTo>
                <a:cubicBezTo>
                  <a:pt x="59680" y="-2056"/>
                  <a:pt x="67149" y="-9525"/>
                  <a:pt x="76349" y="-9525"/>
                </a:cubicBezTo>
                <a:close/>
                <a:moveTo>
                  <a:pt x="36790" y="52388"/>
                </a:moveTo>
                <a:cubicBezTo>
                  <a:pt x="35808" y="52388"/>
                  <a:pt x="34945" y="52983"/>
                  <a:pt x="34588" y="53876"/>
                </a:cubicBezTo>
                <a:lnTo>
                  <a:pt x="28039" y="70217"/>
                </a:lnTo>
                <a:cubicBezTo>
                  <a:pt x="26075" y="75099"/>
                  <a:pt x="20538" y="77480"/>
                  <a:pt x="15657" y="75515"/>
                </a:cubicBezTo>
                <a:cubicBezTo>
                  <a:pt x="10775" y="73551"/>
                  <a:pt x="8394" y="68014"/>
                  <a:pt x="10358" y="63133"/>
                </a:cubicBezTo>
                <a:lnTo>
                  <a:pt x="16877" y="46792"/>
                </a:lnTo>
                <a:cubicBezTo>
                  <a:pt x="20151" y="38666"/>
                  <a:pt x="28009" y="33338"/>
                  <a:pt x="36790" y="33338"/>
                </a:cubicBezTo>
                <a:lnTo>
                  <a:pt x="65752" y="33338"/>
                </a:lnTo>
                <a:cubicBezTo>
                  <a:pt x="74235" y="33338"/>
                  <a:pt x="82064" y="37832"/>
                  <a:pt x="86320" y="45154"/>
                </a:cubicBezTo>
                <a:lnTo>
                  <a:pt x="96083" y="61912"/>
                </a:lnTo>
                <a:lnTo>
                  <a:pt x="114419" y="61912"/>
                </a:lnTo>
                <a:cubicBezTo>
                  <a:pt x="119688" y="61912"/>
                  <a:pt x="123944" y="66169"/>
                  <a:pt x="123944" y="71438"/>
                </a:cubicBezTo>
                <a:cubicBezTo>
                  <a:pt x="123944" y="76706"/>
                  <a:pt x="119688" y="80962"/>
                  <a:pt x="114419" y="80962"/>
                </a:cubicBezTo>
                <a:lnTo>
                  <a:pt x="96083" y="80962"/>
                </a:lnTo>
                <a:cubicBezTo>
                  <a:pt x="89297" y="80962"/>
                  <a:pt x="83046" y="77361"/>
                  <a:pt x="79623" y="71497"/>
                </a:cubicBezTo>
                <a:lnTo>
                  <a:pt x="76646" y="66407"/>
                </a:lnTo>
                <a:lnTo>
                  <a:pt x="70485" y="87362"/>
                </a:lnTo>
                <a:lnTo>
                  <a:pt x="92928" y="94089"/>
                </a:lnTo>
                <a:cubicBezTo>
                  <a:pt x="101173" y="96560"/>
                  <a:pt x="105370" y="105698"/>
                  <a:pt x="101888" y="113586"/>
                </a:cubicBezTo>
                <a:lnTo>
                  <a:pt x="85040" y="151507"/>
                </a:lnTo>
                <a:cubicBezTo>
                  <a:pt x="82897" y="156329"/>
                  <a:pt x="77272" y="158472"/>
                  <a:pt x="72479" y="156329"/>
                </a:cubicBezTo>
                <a:cubicBezTo>
                  <a:pt x="67687" y="154186"/>
                  <a:pt x="65514" y="148560"/>
                  <a:pt x="67657" y="143768"/>
                </a:cubicBezTo>
                <a:lnTo>
                  <a:pt x="82302" y="110788"/>
                </a:lnTo>
                <a:lnTo>
                  <a:pt x="53757" y="102215"/>
                </a:lnTo>
                <a:cubicBezTo>
                  <a:pt x="44023" y="99298"/>
                  <a:pt x="38279" y="89208"/>
                  <a:pt x="40749" y="79355"/>
                </a:cubicBezTo>
                <a:lnTo>
                  <a:pt x="47506" y="52388"/>
                </a:lnTo>
                <a:lnTo>
                  <a:pt x="36820" y="52388"/>
                </a:lnTo>
                <a:close/>
                <a:moveTo>
                  <a:pt x="34409" y="106263"/>
                </a:moveTo>
                <a:cubicBezTo>
                  <a:pt x="38368" y="110698"/>
                  <a:pt x="43547" y="114092"/>
                  <a:pt x="49649" y="115907"/>
                </a:cubicBezTo>
                <a:lnTo>
                  <a:pt x="51048" y="116324"/>
                </a:lnTo>
                <a:lnTo>
                  <a:pt x="48994" y="122069"/>
                </a:lnTo>
                <a:cubicBezTo>
                  <a:pt x="47268" y="126921"/>
                  <a:pt x="44232" y="131237"/>
                  <a:pt x="40273" y="134511"/>
                </a:cubicBezTo>
                <a:lnTo>
                  <a:pt x="15746" y="154722"/>
                </a:lnTo>
                <a:cubicBezTo>
                  <a:pt x="11698" y="158055"/>
                  <a:pt x="5685" y="157490"/>
                  <a:pt x="2351" y="153442"/>
                </a:cubicBezTo>
                <a:cubicBezTo>
                  <a:pt x="-982" y="149394"/>
                  <a:pt x="-417" y="143381"/>
                  <a:pt x="3631" y="140047"/>
                </a:cubicBezTo>
                <a:lnTo>
                  <a:pt x="28158" y="119836"/>
                </a:lnTo>
                <a:cubicBezTo>
                  <a:pt x="29498" y="118735"/>
                  <a:pt x="30480" y="117306"/>
                  <a:pt x="31075" y="115699"/>
                </a:cubicBezTo>
                <a:lnTo>
                  <a:pt x="34409" y="106263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914400" y="243840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 &amp; Activities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74900" y="23622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287015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9531" y="14288"/>
                </a:moveTo>
                <a:lnTo>
                  <a:pt x="92869" y="14288"/>
                </a:lnTo>
                <a:cubicBezTo>
                  <a:pt x="94178" y="14288"/>
                  <a:pt x="95250" y="15359"/>
                  <a:pt x="95250" y="16669"/>
                </a:cubicBezTo>
                <a:lnTo>
                  <a:pt x="95250" y="28575"/>
                </a:lnTo>
                <a:lnTo>
                  <a:pt x="57150" y="28575"/>
                </a:lnTo>
                <a:lnTo>
                  <a:pt x="57150" y="16669"/>
                </a:lnTo>
                <a:cubicBezTo>
                  <a:pt x="57150" y="15359"/>
                  <a:pt x="58222" y="14288"/>
                  <a:pt x="59531" y="14288"/>
                </a:cubicBezTo>
                <a:close/>
                <a:moveTo>
                  <a:pt x="42863" y="16669"/>
                </a:moveTo>
                <a:lnTo>
                  <a:pt x="42863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76200"/>
                </a:lnTo>
                <a:lnTo>
                  <a:pt x="152400" y="76200"/>
                </a:ln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09537" y="28575"/>
                </a:lnTo>
                <a:lnTo>
                  <a:pt x="109537" y="16669"/>
                </a:lnTo>
                <a:cubicBezTo>
                  <a:pt x="109537" y="7471"/>
                  <a:pt x="102066" y="0"/>
                  <a:pt x="92869" y="0"/>
                </a:cubicBezTo>
                <a:lnTo>
                  <a:pt x="59531" y="0"/>
                </a:lnTo>
                <a:cubicBezTo>
                  <a:pt x="50334" y="0"/>
                  <a:pt x="42863" y="7471"/>
                  <a:pt x="42863" y="16669"/>
                </a:cubicBezTo>
                <a:close/>
                <a:moveTo>
                  <a:pt x="152400" y="90488"/>
                </a:moveTo>
                <a:lnTo>
                  <a:pt x="95250" y="90488"/>
                </a:lnTo>
                <a:lnTo>
                  <a:pt x="95250" y="95250"/>
                </a:lnTo>
                <a:cubicBezTo>
                  <a:pt x="95250" y="100519"/>
                  <a:pt x="90994" y="104775"/>
                  <a:pt x="85725" y="104775"/>
                </a:cubicBezTo>
                <a:lnTo>
                  <a:pt x="66675" y="104775"/>
                </a:lnTo>
                <a:cubicBezTo>
                  <a:pt x="61406" y="104775"/>
                  <a:pt x="57150" y="100519"/>
                  <a:pt x="57150" y="95250"/>
                </a:cubicBezTo>
                <a:lnTo>
                  <a:pt x="57150" y="90488"/>
                </a:lnTo>
                <a:lnTo>
                  <a:pt x="0" y="90488"/>
                </a:ln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90488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117800" y="243840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27813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666750" y="2876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914400" y="285750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Literacy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74900" y="27813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Shape 25"/>
          <p:cNvSpPr/>
          <p:nvPr/>
        </p:nvSpPr>
        <p:spPr>
          <a:xfrm>
            <a:off x="2879675" y="2876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3117800" y="285750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Dev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1500" y="32004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666750" y="3295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914400" y="32766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74900" y="32004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2870150" y="3295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91291" y="96768"/>
                </a:moveTo>
                <a:lnTo>
                  <a:pt x="48339" y="113288"/>
                </a:lnTo>
                <a:cubicBezTo>
                  <a:pt x="42565" y="115520"/>
                  <a:pt x="36880" y="109835"/>
                  <a:pt x="39112" y="104061"/>
                </a:cubicBezTo>
                <a:lnTo>
                  <a:pt x="55632" y="61109"/>
                </a:lnTo>
                <a:cubicBezTo>
                  <a:pt x="56614" y="58579"/>
                  <a:pt x="58579" y="56614"/>
                  <a:pt x="61109" y="55632"/>
                </a:cubicBezTo>
                <a:lnTo>
                  <a:pt x="104061" y="39112"/>
                </a:lnTo>
                <a:cubicBezTo>
                  <a:pt x="109835" y="36880"/>
                  <a:pt x="115520" y="42565"/>
                  <a:pt x="113288" y="48339"/>
                </a:cubicBezTo>
                <a:lnTo>
                  <a:pt x="96768" y="91291"/>
                </a:lnTo>
                <a:cubicBezTo>
                  <a:pt x="95816" y="93821"/>
                  <a:pt x="93821" y="95786"/>
                  <a:pt x="91291" y="96768"/>
                </a:cubicBezTo>
                <a:close/>
                <a:moveTo>
                  <a:pt x="85725" y="76200"/>
                </a:move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ubicBezTo>
                  <a:pt x="81457" y="85725"/>
                  <a:pt x="85725" y="81457"/>
                  <a:pt x="85725" y="7620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3117800" y="32766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Profile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36195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Shape 34"/>
          <p:cNvSpPr/>
          <p:nvPr/>
        </p:nvSpPr>
        <p:spPr>
          <a:xfrm>
            <a:off x="666750" y="3714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914400" y="369570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Wellbeing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74900" y="36195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2860625" y="3714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/>
          <p:nvPr/>
        </p:nvSpPr>
        <p:spPr>
          <a:xfrm>
            <a:off x="3117800" y="36957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Counselor Inputs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500" y="40386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Shape 40"/>
          <p:cNvSpPr/>
          <p:nvPr/>
        </p:nvSpPr>
        <p:spPr>
          <a:xfrm>
            <a:off x="647700" y="41338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914400" y="41148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Skills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774900" y="4038600"/>
            <a:ext cx="2124075" cy="342900"/>
          </a:xfrm>
          <a:custGeom>
            <a:avLst/>
            <a:gdLst/>
            <a:ahLst/>
            <a:cxnLst/>
            <a:rect l="l" t="t" r="r" b="b"/>
            <a:pathLst>
              <a:path w="2124075" h="342900">
                <a:moveTo>
                  <a:pt x="38100" y="0"/>
                </a:moveTo>
                <a:lnTo>
                  <a:pt x="2085975" y="0"/>
                </a:lnTo>
                <a:cubicBezTo>
                  <a:pt x="2107017" y="0"/>
                  <a:pt x="2124075" y="17058"/>
                  <a:pt x="2124075" y="38100"/>
                </a:cubicBezTo>
                <a:lnTo>
                  <a:pt x="2124075" y="304800"/>
                </a:lnTo>
                <a:cubicBezTo>
                  <a:pt x="2124075" y="325842"/>
                  <a:pt x="2107017" y="342900"/>
                  <a:pt x="20859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Shape 43"/>
          <p:cNvSpPr/>
          <p:nvPr/>
        </p:nvSpPr>
        <p:spPr>
          <a:xfrm>
            <a:off x="2870150" y="4133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6" name="Text 44"/>
          <p:cNvSpPr/>
          <p:nvPr/>
        </p:nvSpPr>
        <p:spPr>
          <a:xfrm>
            <a:off x="3117800" y="411480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4648200"/>
            <a:ext cx="4676775" cy="2209800"/>
          </a:xfrm>
          <a:custGeom>
            <a:avLst/>
            <a:gdLst/>
            <a:ahLst/>
            <a:cxnLst/>
            <a:rect l="l" t="t" r="r" b="b"/>
            <a:pathLst>
              <a:path w="4676775" h="2209800">
                <a:moveTo>
                  <a:pt x="114291" y="0"/>
                </a:moveTo>
                <a:lnTo>
                  <a:pt x="4562484" y="0"/>
                </a:lnTo>
                <a:cubicBezTo>
                  <a:pt x="4625563" y="0"/>
                  <a:pt x="4676775" y="51212"/>
                  <a:pt x="4676775" y="114291"/>
                </a:cubicBezTo>
                <a:lnTo>
                  <a:pt x="4676775" y="2095509"/>
                </a:lnTo>
                <a:cubicBezTo>
                  <a:pt x="4676775" y="2158630"/>
                  <a:pt x="4625605" y="2209800"/>
                  <a:pt x="4562484" y="2209800"/>
                </a:cubicBezTo>
                <a:lnTo>
                  <a:pt x="114291" y="2209800"/>
                </a:lnTo>
                <a:cubicBezTo>
                  <a:pt x="51170" y="2209800"/>
                  <a:pt x="0" y="2158630"/>
                  <a:pt x="0" y="20955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533400" y="4800600"/>
            <a:ext cx="445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Intelligence Features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52450" y="518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Text 48"/>
          <p:cNvSpPr/>
          <p:nvPr/>
        </p:nvSpPr>
        <p:spPr>
          <a:xfrm>
            <a:off x="800100" y="51435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Detection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0100" y="5334000"/>
            <a:ext cx="2695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alerts for academic or wellbeing concerns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52450" y="560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800100" y="55626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Trajectory Forecasting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00100" y="5753100"/>
            <a:ext cx="2647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prediction models with 90%+ accuracy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1500" y="60198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6" name="Text 54"/>
          <p:cNvSpPr/>
          <p:nvPr/>
        </p:nvSpPr>
        <p:spPr>
          <a:xfrm>
            <a:off x="800100" y="5981700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Pathway Suggestions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0100" y="6172200"/>
            <a:ext cx="266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academic and career recommendations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206975" y="1143000"/>
            <a:ext cx="6600825" cy="3486150"/>
          </a:xfrm>
          <a:custGeom>
            <a:avLst/>
            <a:gdLst/>
            <a:ahLst/>
            <a:cxnLst/>
            <a:rect l="l" t="t" r="r" b="b"/>
            <a:pathLst>
              <a:path w="6600825" h="3486150">
                <a:moveTo>
                  <a:pt x="114311" y="0"/>
                </a:moveTo>
                <a:lnTo>
                  <a:pt x="6486514" y="0"/>
                </a:lnTo>
                <a:cubicBezTo>
                  <a:pt x="6549646" y="0"/>
                  <a:pt x="6600825" y="51179"/>
                  <a:pt x="6600825" y="114311"/>
                </a:cubicBezTo>
                <a:lnTo>
                  <a:pt x="6600825" y="3371839"/>
                </a:lnTo>
                <a:cubicBezTo>
                  <a:pt x="6600825" y="3434971"/>
                  <a:pt x="6549646" y="3486150"/>
                  <a:pt x="6486514" y="3486150"/>
                </a:cubicBezTo>
                <a:lnTo>
                  <a:pt x="114311" y="3486150"/>
                </a:lnTo>
                <a:cubicBezTo>
                  <a:pt x="51179" y="3486150"/>
                  <a:pt x="0" y="3434971"/>
                  <a:pt x="0" y="337183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9" name="Text 57"/>
          <p:cNvSpPr/>
          <p:nvPr/>
        </p:nvSpPr>
        <p:spPr>
          <a:xfrm>
            <a:off x="5359375" y="1295400"/>
            <a:ext cx="639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Student Success Model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359375" y="1638300"/>
            <a:ext cx="636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early warning system</a:t>
            </a:r>
            <a:endParaRPr lang="en-US" sz="1600" dirty="0"/>
          </a:p>
        </p:txBody>
      </p:sp>
      <p:pic>
        <p:nvPicPr>
          <p:cNvPr id="61" name="Image 0" descr="https://kimi-img.moonshot.cn/pub/slides/26-02-24-20:26:28-d6epht052celd3ps167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9375" y="1905000"/>
            <a:ext cx="629602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62" name="Shape 59"/>
          <p:cNvSpPr/>
          <p:nvPr/>
        </p:nvSpPr>
        <p:spPr>
          <a:xfrm>
            <a:off x="5364138" y="3890962"/>
            <a:ext cx="2038350" cy="581025"/>
          </a:xfrm>
          <a:custGeom>
            <a:avLst/>
            <a:gdLst/>
            <a:ahLst/>
            <a:cxnLst/>
            <a:rect l="l" t="t" r="r" b="b"/>
            <a:pathLst>
              <a:path w="2038350" h="581025">
                <a:moveTo>
                  <a:pt x="76201" y="0"/>
                </a:moveTo>
                <a:lnTo>
                  <a:pt x="1962149" y="0"/>
                </a:lnTo>
                <a:cubicBezTo>
                  <a:pt x="2004205" y="0"/>
                  <a:pt x="2038350" y="34145"/>
                  <a:pt x="2038350" y="76201"/>
                </a:cubicBezTo>
                <a:lnTo>
                  <a:pt x="2038350" y="504824"/>
                </a:lnTo>
                <a:cubicBezTo>
                  <a:pt x="2038350" y="546880"/>
                  <a:pt x="2004205" y="581025"/>
                  <a:pt x="19621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27AE60">
              <a:alpha val="10196"/>
            </a:srgbClr>
          </a:solidFill>
          <a:ln w="12700">
            <a:solidFill>
              <a:srgbClr val="27AE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3" name="Text 60"/>
          <p:cNvSpPr/>
          <p:nvPr/>
        </p:nvSpPr>
        <p:spPr>
          <a:xfrm>
            <a:off x="5397475" y="39719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5416525" y="4238625"/>
            <a:ext cx="1933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 Prediction Accuracy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7489254" y="3890962"/>
            <a:ext cx="2038350" cy="581025"/>
          </a:xfrm>
          <a:custGeom>
            <a:avLst/>
            <a:gdLst/>
            <a:ahLst/>
            <a:cxnLst/>
            <a:rect l="l" t="t" r="r" b="b"/>
            <a:pathLst>
              <a:path w="2038350" h="581025">
                <a:moveTo>
                  <a:pt x="76201" y="0"/>
                </a:moveTo>
                <a:lnTo>
                  <a:pt x="1962149" y="0"/>
                </a:lnTo>
                <a:cubicBezTo>
                  <a:pt x="2004205" y="0"/>
                  <a:pt x="2038350" y="34145"/>
                  <a:pt x="2038350" y="76201"/>
                </a:cubicBezTo>
                <a:lnTo>
                  <a:pt x="2038350" y="504824"/>
                </a:lnTo>
                <a:cubicBezTo>
                  <a:pt x="2038350" y="546880"/>
                  <a:pt x="2004205" y="581025"/>
                  <a:pt x="19621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 w="12700">
            <a:solidFill>
              <a:srgbClr val="3498D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Text 63"/>
          <p:cNvSpPr/>
          <p:nvPr/>
        </p:nvSpPr>
        <p:spPr>
          <a:xfrm>
            <a:off x="7522592" y="39719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7541642" y="4238625"/>
            <a:ext cx="1933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Prediction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9614371" y="3890962"/>
            <a:ext cx="2038350" cy="581025"/>
          </a:xfrm>
          <a:custGeom>
            <a:avLst/>
            <a:gdLst/>
            <a:ahLst/>
            <a:cxnLst/>
            <a:rect l="l" t="t" r="r" b="b"/>
            <a:pathLst>
              <a:path w="2038350" h="581025">
                <a:moveTo>
                  <a:pt x="76201" y="0"/>
                </a:moveTo>
                <a:lnTo>
                  <a:pt x="1962149" y="0"/>
                </a:lnTo>
                <a:cubicBezTo>
                  <a:pt x="2004205" y="0"/>
                  <a:pt x="2038350" y="34145"/>
                  <a:pt x="2038350" y="76201"/>
                </a:cubicBezTo>
                <a:lnTo>
                  <a:pt x="2038350" y="504824"/>
                </a:lnTo>
                <a:cubicBezTo>
                  <a:pt x="2038350" y="546880"/>
                  <a:pt x="2004205" y="581025"/>
                  <a:pt x="1962149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 w="12700">
            <a:solidFill>
              <a:srgbClr val="F39C12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Text 66"/>
          <p:cNvSpPr/>
          <p:nvPr/>
        </p:nvSpPr>
        <p:spPr>
          <a:xfrm>
            <a:off x="9647709" y="39719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6-8 wks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9666759" y="4238625"/>
            <a:ext cx="1933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Lead Time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5206975" y="4743450"/>
            <a:ext cx="3248025" cy="2114550"/>
          </a:xfrm>
          <a:custGeom>
            <a:avLst/>
            <a:gdLst/>
            <a:ahLst/>
            <a:cxnLst/>
            <a:rect l="l" t="t" r="r" b="b"/>
            <a:pathLst>
              <a:path w="3248025" h="2114550">
                <a:moveTo>
                  <a:pt x="114291" y="0"/>
                </a:moveTo>
                <a:lnTo>
                  <a:pt x="3133734" y="0"/>
                </a:lnTo>
                <a:cubicBezTo>
                  <a:pt x="3196855" y="0"/>
                  <a:pt x="3248025" y="51170"/>
                  <a:pt x="3248025" y="114291"/>
                </a:cubicBezTo>
                <a:lnTo>
                  <a:pt x="3248025" y="2000259"/>
                </a:lnTo>
                <a:cubicBezTo>
                  <a:pt x="3248025" y="2063380"/>
                  <a:pt x="3196855" y="2114550"/>
                  <a:pt x="3133734" y="2114550"/>
                </a:cubicBezTo>
                <a:lnTo>
                  <a:pt x="114291" y="2114550"/>
                </a:lnTo>
                <a:cubicBezTo>
                  <a:pt x="51170" y="2114550"/>
                  <a:pt x="0" y="2063380"/>
                  <a:pt x="0" y="20002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2" name="Text 69"/>
          <p:cNvSpPr/>
          <p:nvPr/>
        </p:nvSpPr>
        <p:spPr>
          <a:xfrm>
            <a:off x="5359375" y="4895850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Learning Paths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5359375" y="523875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creates individualized learning journeys that adapt to each student's pace, style, and proficiency level.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5378425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5" name="Text 72"/>
          <p:cNvSpPr/>
          <p:nvPr/>
        </p:nvSpPr>
        <p:spPr>
          <a:xfrm>
            <a:off x="5602263" y="60579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content difficulty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5378425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7" name="Text 74"/>
          <p:cNvSpPr/>
          <p:nvPr/>
        </p:nvSpPr>
        <p:spPr>
          <a:xfrm>
            <a:off x="5602263" y="62865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resource recommendations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5378425" y="6543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9" name="Text 76"/>
          <p:cNvSpPr/>
          <p:nvPr/>
        </p:nvSpPr>
        <p:spPr>
          <a:xfrm>
            <a:off x="5602263" y="6515100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progress adjustment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8566100" y="4743450"/>
            <a:ext cx="3248025" cy="2114550"/>
          </a:xfrm>
          <a:custGeom>
            <a:avLst/>
            <a:gdLst/>
            <a:ahLst/>
            <a:cxnLst/>
            <a:rect l="l" t="t" r="r" b="b"/>
            <a:pathLst>
              <a:path w="3248025" h="2114550">
                <a:moveTo>
                  <a:pt x="114291" y="0"/>
                </a:moveTo>
                <a:lnTo>
                  <a:pt x="3133734" y="0"/>
                </a:lnTo>
                <a:cubicBezTo>
                  <a:pt x="3196855" y="0"/>
                  <a:pt x="3248025" y="51170"/>
                  <a:pt x="3248025" y="114291"/>
                </a:cubicBezTo>
                <a:lnTo>
                  <a:pt x="3248025" y="2000259"/>
                </a:lnTo>
                <a:cubicBezTo>
                  <a:pt x="3248025" y="2063380"/>
                  <a:pt x="3196855" y="2114550"/>
                  <a:pt x="3133734" y="2114550"/>
                </a:cubicBezTo>
                <a:lnTo>
                  <a:pt x="114291" y="2114550"/>
                </a:lnTo>
                <a:cubicBezTo>
                  <a:pt x="51170" y="2114550"/>
                  <a:pt x="0" y="2063380"/>
                  <a:pt x="0" y="20002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1" name="Text 78"/>
          <p:cNvSpPr/>
          <p:nvPr/>
        </p:nvSpPr>
        <p:spPr>
          <a:xfrm>
            <a:off x="8718500" y="4895850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Career Guidance Engine</a:t>
            </a:r>
            <a:endParaRPr lang="en-US" sz="1600" dirty="0"/>
          </a:p>
        </p:txBody>
      </p:sp>
      <p:sp>
        <p:nvSpPr>
          <p:cNvPr id="82" name="Text 79"/>
          <p:cNvSpPr/>
          <p:nvPr/>
        </p:nvSpPr>
        <p:spPr>
          <a:xfrm>
            <a:off x="8718500" y="5238750"/>
            <a:ext cx="3019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career exploration aligned with student interests, strengths, and labor market trends.</a:t>
            </a: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8737550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4" name="Text 81"/>
          <p:cNvSpPr/>
          <p:nvPr/>
        </p:nvSpPr>
        <p:spPr>
          <a:xfrm>
            <a:off x="8961388" y="605790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Skills-to-career mapping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87375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6" name="Text 83"/>
          <p:cNvSpPr/>
          <p:nvPr/>
        </p:nvSpPr>
        <p:spPr>
          <a:xfrm>
            <a:off x="8961388" y="62865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trend analysis</a:t>
            </a: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8737550" y="65436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8" name="Text 85"/>
          <p:cNvSpPr/>
          <p:nvPr/>
        </p:nvSpPr>
        <p:spPr>
          <a:xfrm>
            <a:off x="8961388" y="651510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 matching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406" y="335406"/>
            <a:ext cx="264132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kern="0" spc="92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PILLAR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406" y="536649"/>
            <a:ext cx="2733557" cy="33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AI Co-Pilot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834661" y="352176"/>
            <a:ext cx="2020820" cy="503109"/>
          </a:xfrm>
          <a:custGeom>
            <a:avLst/>
            <a:gdLst/>
            <a:ahLst/>
            <a:cxnLst/>
            <a:rect l="l" t="t" r="r" b="b"/>
            <a:pathLst>
              <a:path w="2020820" h="503109">
                <a:moveTo>
                  <a:pt x="67079" y="0"/>
                </a:moveTo>
                <a:lnTo>
                  <a:pt x="1953740" y="0"/>
                </a:lnTo>
                <a:cubicBezTo>
                  <a:pt x="1990787" y="0"/>
                  <a:pt x="2020820" y="30033"/>
                  <a:pt x="2020820" y="67079"/>
                </a:cubicBezTo>
                <a:lnTo>
                  <a:pt x="2020820" y="436029"/>
                </a:lnTo>
                <a:cubicBezTo>
                  <a:pt x="2020820" y="473076"/>
                  <a:pt x="1990787" y="503109"/>
                  <a:pt x="1953740" y="503109"/>
                </a:cubicBezTo>
                <a:lnTo>
                  <a:pt x="67079" y="503109"/>
                </a:lnTo>
                <a:cubicBezTo>
                  <a:pt x="30033" y="503109"/>
                  <a:pt x="0" y="473076"/>
                  <a:pt x="0" y="436029"/>
                </a:cubicBezTo>
                <a:lnTo>
                  <a:pt x="0" y="67079"/>
                </a:lnTo>
                <a:cubicBezTo>
                  <a:pt x="0" y="30057"/>
                  <a:pt x="30057" y="0"/>
                  <a:pt x="67079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0002364" y="419257"/>
            <a:ext cx="1735725" cy="13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EMPOWERMENT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02364" y="553420"/>
            <a:ext cx="1760880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Workload Reduction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406" y="1022988"/>
            <a:ext cx="5693513" cy="1895043"/>
          </a:xfrm>
          <a:custGeom>
            <a:avLst/>
            <a:gdLst/>
            <a:ahLst/>
            <a:cxnLst/>
            <a:rect l="l" t="t" r="r" b="b"/>
            <a:pathLst>
              <a:path w="5693513" h="1895043">
                <a:moveTo>
                  <a:pt x="33541" y="0"/>
                </a:moveTo>
                <a:lnTo>
                  <a:pt x="5659972" y="0"/>
                </a:lnTo>
                <a:cubicBezTo>
                  <a:pt x="5678496" y="0"/>
                  <a:pt x="5693513" y="15017"/>
                  <a:pt x="5693513" y="33541"/>
                </a:cubicBezTo>
                <a:lnTo>
                  <a:pt x="5693513" y="1794416"/>
                </a:lnTo>
                <a:cubicBezTo>
                  <a:pt x="5693513" y="1849991"/>
                  <a:pt x="5648461" y="1895043"/>
                  <a:pt x="5592886" y="1895043"/>
                </a:cubicBezTo>
                <a:lnTo>
                  <a:pt x="100627" y="1895043"/>
                </a:lnTo>
                <a:cubicBezTo>
                  <a:pt x="45052" y="1895043"/>
                  <a:pt x="0" y="1849991"/>
                  <a:pt x="0" y="1794416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335406" y="1022988"/>
            <a:ext cx="5693513" cy="33541"/>
          </a:xfrm>
          <a:custGeom>
            <a:avLst/>
            <a:gdLst/>
            <a:ahLst/>
            <a:cxnLst/>
            <a:rect l="l" t="t" r="r" b="b"/>
            <a:pathLst>
              <a:path w="5693513" h="33541">
                <a:moveTo>
                  <a:pt x="33541" y="0"/>
                </a:moveTo>
                <a:lnTo>
                  <a:pt x="5659972" y="0"/>
                </a:lnTo>
                <a:cubicBezTo>
                  <a:pt x="5678496" y="0"/>
                  <a:pt x="5693513" y="15017"/>
                  <a:pt x="5693513" y="33541"/>
                </a:cubicBezTo>
                <a:lnTo>
                  <a:pt x="5693513" y="33541"/>
                </a:lnTo>
                <a:lnTo>
                  <a:pt x="0" y="33541"/>
                </a:ln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69568" y="1173920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201243" y="0"/>
                </a:moveTo>
                <a:lnTo>
                  <a:pt x="201243" y="0"/>
                </a:lnTo>
                <a:cubicBezTo>
                  <a:pt x="312313" y="0"/>
                  <a:pt x="402487" y="90174"/>
                  <a:pt x="402487" y="201243"/>
                </a:cubicBezTo>
                <a:lnTo>
                  <a:pt x="402487" y="201243"/>
                </a:lnTo>
                <a:cubicBezTo>
                  <a:pt x="402487" y="312313"/>
                  <a:pt x="312313" y="402487"/>
                  <a:pt x="201243" y="402487"/>
                </a:cubicBezTo>
                <a:lnTo>
                  <a:pt x="201243" y="402487"/>
                </a:lnTo>
                <a:cubicBezTo>
                  <a:pt x="90174" y="402487"/>
                  <a:pt x="0" y="312313"/>
                  <a:pt x="0" y="201243"/>
                </a:cubicBezTo>
                <a:lnTo>
                  <a:pt x="0" y="201243"/>
                </a:lnTo>
                <a:cubicBezTo>
                  <a:pt x="0" y="90174"/>
                  <a:pt x="90174" y="0"/>
                  <a:pt x="201243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586960" y="1291312"/>
            <a:ext cx="167703" cy="167703"/>
          </a:xfrm>
          <a:custGeom>
            <a:avLst/>
            <a:gdLst/>
            <a:ahLst/>
            <a:cxnLst/>
            <a:rect l="l" t="t" r="r" b="b"/>
            <a:pathLst>
              <a:path w="167703" h="167703">
                <a:moveTo>
                  <a:pt x="130527" y="3996"/>
                </a:moveTo>
                <a:lnTo>
                  <a:pt x="101637" y="32885"/>
                </a:lnTo>
                <a:lnTo>
                  <a:pt x="134817" y="66066"/>
                </a:lnTo>
                <a:lnTo>
                  <a:pt x="163707" y="37176"/>
                </a:lnTo>
                <a:cubicBezTo>
                  <a:pt x="166262" y="34589"/>
                  <a:pt x="167703" y="31117"/>
                  <a:pt x="167703" y="27514"/>
                </a:cubicBezTo>
                <a:cubicBezTo>
                  <a:pt x="167703" y="23911"/>
                  <a:pt x="166262" y="20439"/>
                  <a:pt x="163707" y="17851"/>
                </a:cubicBezTo>
                <a:lnTo>
                  <a:pt x="149852" y="3996"/>
                </a:lnTo>
                <a:cubicBezTo>
                  <a:pt x="147264" y="1441"/>
                  <a:pt x="143792" y="0"/>
                  <a:pt x="140189" y="0"/>
                </a:cubicBezTo>
                <a:cubicBezTo>
                  <a:pt x="136586" y="0"/>
                  <a:pt x="133114" y="1441"/>
                  <a:pt x="130527" y="3996"/>
                </a:cubicBezTo>
                <a:close/>
                <a:moveTo>
                  <a:pt x="90533" y="43989"/>
                </a:moveTo>
                <a:lnTo>
                  <a:pt x="3996" y="130527"/>
                </a:lnTo>
                <a:cubicBezTo>
                  <a:pt x="1441" y="133114"/>
                  <a:pt x="0" y="136586"/>
                  <a:pt x="0" y="140189"/>
                </a:cubicBezTo>
                <a:cubicBezTo>
                  <a:pt x="0" y="143792"/>
                  <a:pt x="1441" y="147264"/>
                  <a:pt x="3996" y="149852"/>
                </a:cubicBezTo>
                <a:lnTo>
                  <a:pt x="17851" y="163707"/>
                </a:lnTo>
                <a:cubicBezTo>
                  <a:pt x="20439" y="166262"/>
                  <a:pt x="23911" y="167703"/>
                  <a:pt x="27514" y="167703"/>
                </a:cubicBezTo>
                <a:cubicBezTo>
                  <a:pt x="31117" y="167703"/>
                  <a:pt x="34589" y="166262"/>
                  <a:pt x="37176" y="163707"/>
                </a:cubicBezTo>
                <a:lnTo>
                  <a:pt x="123714" y="77170"/>
                </a:lnTo>
                <a:lnTo>
                  <a:pt x="90533" y="43989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972677" y="1257772"/>
            <a:ext cx="220529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Lesson Planning Assistant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568" y="1677029"/>
            <a:ext cx="5492270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generates complete lesson plans with learning objectives, activities, assessments, and differentiation strategies aligned to curriculum standards.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9568" y="2213678"/>
            <a:ext cx="5425188" cy="570190"/>
          </a:xfrm>
          <a:custGeom>
            <a:avLst/>
            <a:gdLst/>
            <a:ahLst/>
            <a:cxnLst/>
            <a:rect l="l" t="t" r="r" b="b"/>
            <a:pathLst>
              <a:path w="5425188" h="570190">
                <a:moveTo>
                  <a:pt x="67083" y="0"/>
                </a:moveTo>
                <a:lnTo>
                  <a:pt x="5358106" y="0"/>
                </a:lnTo>
                <a:cubicBezTo>
                  <a:pt x="5395154" y="0"/>
                  <a:pt x="5425188" y="30034"/>
                  <a:pt x="5425188" y="67083"/>
                </a:cubicBezTo>
                <a:lnTo>
                  <a:pt x="5425188" y="503107"/>
                </a:lnTo>
                <a:cubicBezTo>
                  <a:pt x="5425188" y="540156"/>
                  <a:pt x="5395154" y="570190"/>
                  <a:pt x="5358106" y="570190"/>
                </a:cubicBezTo>
                <a:lnTo>
                  <a:pt x="67083" y="570190"/>
                </a:lnTo>
                <a:cubicBezTo>
                  <a:pt x="30034" y="570190"/>
                  <a:pt x="0" y="540156"/>
                  <a:pt x="0" y="503107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570190" y="2347840"/>
            <a:ext cx="721122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37607" y="2314300"/>
            <a:ext cx="113199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3-5 hours/week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0190" y="2616165"/>
            <a:ext cx="5223945" cy="67081"/>
          </a:xfrm>
          <a:custGeom>
            <a:avLst/>
            <a:gdLst/>
            <a:ahLst/>
            <a:cxnLst/>
            <a:rect l="l" t="t" r="r" b="b"/>
            <a:pathLst>
              <a:path w="5223945" h="67081">
                <a:moveTo>
                  <a:pt x="33541" y="0"/>
                </a:moveTo>
                <a:lnTo>
                  <a:pt x="5190404" y="0"/>
                </a:lnTo>
                <a:cubicBezTo>
                  <a:pt x="5208928" y="0"/>
                  <a:pt x="5223945" y="15017"/>
                  <a:pt x="5223945" y="33541"/>
                </a:cubicBezTo>
                <a:lnTo>
                  <a:pt x="5223945" y="33541"/>
                </a:lnTo>
                <a:cubicBezTo>
                  <a:pt x="5223945" y="52065"/>
                  <a:pt x="5208928" y="67081"/>
                  <a:pt x="5190404" y="67081"/>
                </a:cubicBezTo>
                <a:lnTo>
                  <a:pt x="33541" y="67081"/>
                </a:lnTo>
                <a:cubicBezTo>
                  <a:pt x="15029" y="67081"/>
                  <a:pt x="0" y="52052"/>
                  <a:pt x="0" y="33541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570190" y="2616165"/>
            <a:ext cx="3915862" cy="67081"/>
          </a:xfrm>
          <a:custGeom>
            <a:avLst/>
            <a:gdLst/>
            <a:ahLst/>
            <a:cxnLst/>
            <a:rect l="l" t="t" r="r" b="b"/>
            <a:pathLst>
              <a:path w="3915862" h="67081">
                <a:moveTo>
                  <a:pt x="33541" y="0"/>
                </a:moveTo>
                <a:lnTo>
                  <a:pt x="3882322" y="0"/>
                </a:lnTo>
                <a:cubicBezTo>
                  <a:pt x="3900846" y="0"/>
                  <a:pt x="3915862" y="15017"/>
                  <a:pt x="3915862" y="33541"/>
                </a:cubicBezTo>
                <a:lnTo>
                  <a:pt x="3915862" y="33541"/>
                </a:lnTo>
                <a:cubicBezTo>
                  <a:pt x="3915862" y="52065"/>
                  <a:pt x="3900846" y="67081"/>
                  <a:pt x="3882322" y="67081"/>
                </a:cubicBezTo>
                <a:lnTo>
                  <a:pt x="33541" y="67081"/>
                </a:lnTo>
                <a:cubicBezTo>
                  <a:pt x="15029" y="67081"/>
                  <a:pt x="0" y="52052"/>
                  <a:pt x="0" y="33541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163998" y="1022988"/>
            <a:ext cx="5693513" cy="1895043"/>
          </a:xfrm>
          <a:custGeom>
            <a:avLst/>
            <a:gdLst/>
            <a:ahLst/>
            <a:cxnLst/>
            <a:rect l="l" t="t" r="r" b="b"/>
            <a:pathLst>
              <a:path w="5693513" h="1895043">
                <a:moveTo>
                  <a:pt x="33541" y="0"/>
                </a:moveTo>
                <a:lnTo>
                  <a:pt x="5659972" y="0"/>
                </a:lnTo>
                <a:cubicBezTo>
                  <a:pt x="5678496" y="0"/>
                  <a:pt x="5693513" y="15017"/>
                  <a:pt x="5693513" y="33541"/>
                </a:cubicBezTo>
                <a:lnTo>
                  <a:pt x="5693513" y="1794416"/>
                </a:lnTo>
                <a:cubicBezTo>
                  <a:pt x="5693513" y="1849991"/>
                  <a:pt x="5648461" y="1895043"/>
                  <a:pt x="5592886" y="1895043"/>
                </a:cubicBezTo>
                <a:lnTo>
                  <a:pt x="100627" y="1895043"/>
                </a:lnTo>
                <a:cubicBezTo>
                  <a:pt x="45052" y="1895043"/>
                  <a:pt x="0" y="1849991"/>
                  <a:pt x="0" y="1794416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6163998" y="1022988"/>
            <a:ext cx="5693513" cy="33541"/>
          </a:xfrm>
          <a:custGeom>
            <a:avLst/>
            <a:gdLst/>
            <a:ahLst/>
            <a:cxnLst/>
            <a:rect l="l" t="t" r="r" b="b"/>
            <a:pathLst>
              <a:path w="5693513" h="33541">
                <a:moveTo>
                  <a:pt x="33541" y="0"/>
                </a:moveTo>
                <a:lnTo>
                  <a:pt x="5659972" y="0"/>
                </a:lnTo>
                <a:cubicBezTo>
                  <a:pt x="5678496" y="0"/>
                  <a:pt x="5693513" y="15017"/>
                  <a:pt x="5693513" y="33541"/>
                </a:cubicBezTo>
                <a:lnTo>
                  <a:pt x="5693513" y="33541"/>
                </a:lnTo>
                <a:lnTo>
                  <a:pt x="0" y="33541"/>
                </a:ln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6298161" y="1173920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201243" y="0"/>
                </a:moveTo>
                <a:lnTo>
                  <a:pt x="201243" y="0"/>
                </a:lnTo>
                <a:cubicBezTo>
                  <a:pt x="312313" y="0"/>
                  <a:pt x="402487" y="90174"/>
                  <a:pt x="402487" y="201243"/>
                </a:cubicBezTo>
                <a:lnTo>
                  <a:pt x="402487" y="201243"/>
                </a:lnTo>
                <a:cubicBezTo>
                  <a:pt x="402487" y="312313"/>
                  <a:pt x="312313" y="402487"/>
                  <a:pt x="201243" y="402487"/>
                </a:cubicBezTo>
                <a:lnTo>
                  <a:pt x="201243" y="402487"/>
                </a:lnTo>
                <a:cubicBezTo>
                  <a:pt x="90174" y="402487"/>
                  <a:pt x="0" y="312313"/>
                  <a:pt x="0" y="201243"/>
                </a:cubicBezTo>
                <a:lnTo>
                  <a:pt x="0" y="201243"/>
                </a:lnTo>
                <a:cubicBezTo>
                  <a:pt x="0" y="90174"/>
                  <a:pt x="90174" y="0"/>
                  <a:pt x="201243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6436515" y="1291312"/>
            <a:ext cx="125777" cy="167703"/>
          </a:xfrm>
          <a:custGeom>
            <a:avLst/>
            <a:gdLst/>
            <a:ahLst/>
            <a:cxnLst/>
            <a:rect l="l" t="t" r="r" b="b"/>
            <a:pathLst>
              <a:path w="125777" h="167703">
                <a:moveTo>
                  <a:pt x="0" y="20963"/>
                </a:moveTo>
                <a:cubicBezTo>
                  <a:pt x="0" y="9401"/>
                  <a:pt x="9401" y="0"/>
                  <a:pt x="20963" y="0"/>
                </a:cubicBezTo>
                <a:lnTo>
                  <a:pt x="69931" y="0"/>
                </a:lnTo>
                <a:cubicBezTo>
                  <a:pt x="75499" y="0"/>
                  <a:pt x="80838" y="2195"/>
                  <a:pt x="84769" y="6125"/>
                </a:cubicBezTo>
                <a:lnTo>
                  <a:pt x="119652" y="41041"/>
                </a:lnTo>
                <a:cubicBezTo>
                  <a:pt x="123583" y="44972"/>
                  <a:pt x="125777" y="50311"/>
                  <a:pt x="125777" y="55879"/>
                </a:cubicBezTo>
                <a:lnTo>
                  <a:pt x="125777" y="146740"/>
                </a:lnTo>
                <a:cubicBezTo>
                  <a:pt x="125777" y="158302"/>
                  <a:pt x="116377" y="167703"/>
                  <a:pt x="104814" y="167703"/>
                </a:cubicBezTo>
                <a:lnTo>
                  <a:pt x="20963" y="167703"/>
                </a:lnTo>
                <a:cubicBezTo>
                  <a:pt x="9401" y="167703"/>
                  <a:pt x="0" y="158302"/>
                  <a:pt x="0" y="146740"/>
                </a:cubicBezTo>
                <a:lnTo>
                  <a:pt x="0" y="20963"/>
                </a:lnTo>
                <a:close/>
                <a:moveTo>
                  <a:pt x="68129" y="19161"/>
                </a:moveTo>
                <a:lnTo>
                  <a:pt x="68129" y="49787"/>
                </a:lnTo>
                <a:cubicBezTo>
                  <a:pt x="68129" y="54143"/>
                  <a:pt x="71634" y="57648"/>
                  <a:pt x="75990" y="57648"/>
                </a:cubicBezTo>
                <a:lnTo>
                  <a:pt x="106616" y="57648"/>
                </a:lnTo>
                <a:lnTo>
                  <a:pt x="68129" y="19161"/>
                </a:lnTo>
                <a:close/>
                <a:moveTo>
                  <a:pt x="39305" y="83851"/>
                </a:moveTo>
                <a:cubicBezTo>
                  <a:pt x="34949" y="83851"/>
                  <a:pt x="31444" y="87356"/>
                  <a:pt x="31444" y="91713"/>
                </a:cubicBezTo>
                <a:cubicBezTo>
                  <a:pt x="31444" y="96069"/>
                  <a:pt x="34949" y="99574"/>
                  <a:pt x="39305" y="99574"/>
                </a:cubicBezTo>
                <a:lnTo>
                  <a:pt x="86472" y="99574"/>
                </a:lnTo>
                <a:cubicBezTo>
                  <a:pt x="90828" y="99574"/>
                  <a:pt x="94333" y="96069"/>
                  <a:pt x="94333" y="91713"/>
                </a:cubicBezTo>
                <a:cubicBezTo>
                  <a:pt x="94333" y="87356"/>
                  <a:pt x="90828" y="83851"/>
                  <a:pt x="86472" y="83851"/>
                </a:cubicBezTo>
                <a:lnTo>
                  <a:pt x="39305" y="83851"/>
                </a:lnTo>
                <a:close/>
                <a:moveTo>
                  <a:pt x="39305" y="115296"/>
                </a:moveTo>
                <a:cubicBezTo>
                  <a:pt x="34949" y="115296"/>
                  <a:pt x="31444" y="118800"/>
                  <a:pt x="31444" y="123157"/>
                </a:cubicBezTo>
                <a:cubicBezTo>
                  <a:pt x="31444" y="127513"/>
                  <a:pt x="34949" y="131018"/>
                  <a:pt x="39305" y="131018"/>
                </a:cubicBezTo>
                <a:lnTo>
                  <a:pt x="86472" y="131018"/>
                </a:lnTo>
                <a:cubicBezTo>
                  <a:pt x="90828" y="131018"/>
                  <a:pt x="94333" y="127513"/>
                  <a:pt x="94333" y="123157"/>
                </a:cubicBezTo>
                <a:cubicBezTo>
                  <a:pt x="94333" y="118800"/>
                  <a:pt x="90828" y="115296"/>
                  <a:pt x="86472" y="115296"/>
                </a:cubicBezTo>
                <a:lnTo>
                  <a:pt x="39305" y="115296"/>
                </a:ln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6801269" y="1257772"/>
            <a:ext cx="1769265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Generator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8161" y="1677029"/>
            <a:ext cx="5492270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differentiated worksheets, quizzes, and assessments tailored to student proficiency levels with auto-grading and detailed analytics.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98161" y="2213678"/>
            <a:ext cx="5425188" cy="570190"/>
          </a:xfrm>
          <a:custGeom>
            <a:avLst/>
            <a:gdLst/>
            <a:ahLst/>
            <a:cxnLst/>
            <a:rect l="l" t="t" r="r" b="b"/>
            <a:pathLst>
              <a:path w="5425188" h="570190">
                <a:moveTo>
                  <a:pt x="67083" y="0"/>
                </a:moveTo>
                <a:lnTo>
                  <a:pt x="5358106" y="0"/>
                </a:lnTo>
                <a:cubicBezTo>
                  <a:pt x="5395154" y="0"/>
                  <a:pt x="5425188" y="30034"/>
                  <a:pt x="5425188" y="67083"/>
                </a:cubicBezTo>
                <a:lnTo>
                  <a:pt x="5425188" y="503107"/>
                </a:lnTo>
                <a:cubicBezTo>
                  <a:pt x="5425188" y="540156"/>
                  <a:pt x="5395154" y="570190"/>
                  <a:pt x="5358106" y="570190"/>
                </a:cubicBezTo>
                <a:lnTo>
                  <a:pt x="67083" y="570190"/>
                </a:lnTo>
                <a:cubicBezTo>
                  <a:pt x="30034" y="570190"/>
                  <a:pt x="0" y="540156"/>
                  <a:pt x="0" y="503107"/>
                </a:cubicBezTo>
                <a:lnTo>
                  <a:pt x="0" y="67083"/>
                </a:lnTo>
                <a:cubicBezTo>
                  <a:pt x="0" y="30059"/>
                  <a:pt x="30059" y="0"/>
                  <a:pt x="67083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6398782" y="2347840"/>
            <a:ext cx="721122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68295" y="2314300"/>
            <a:ext cx="113199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4-6 hours/week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8782" y="2616165"/>
            <a:ext cx="5223945" cy="67081"/>
          </a:xfrm>
          <a:custGeom>
            <a:avLst/>
            <a:gdLst/>
            <a:ahLst/>
            <a:cxnLst/>
            <a:rect l="l" t="t" r="r" b="b"/>
            <a:pathLst>
              <a:path w="5223945" h="67081">
                <a:moveTo>
                  <a:pt x="33541" y="0"/>
                </a:moveTo>
                <a:lnTo>
                  <a:pt x="5190404" y="0"/>
                </a:lnTo>
                <a:cubicBezTo>
                  <a:pt x="5208928" y="0"/>
                  <a:pt x="5223945" y="15017"/>
                  <a:pt x="5223945" y="33541"/>
                </a:cubicBezTo>
                <a:lnTo>
                  <a:pt x="5223945" y="33541"/>
                </a:lnTo>
                <a:cubicBezTo>
                  <a:pt x="5223945" y="52065"/>
                  <a:pt x="5208928" y="67081"/>
                  <a:pt x="5190404" y="67081"/>
                </a:cubicBezTo>
                <a:lnTo>
                  <a:pt x="33541" y="67081"/>
                </a:lnTo>
                <a:cubicBezTo>
                  <a:pt x="15029" y="67081"/>
                  <a:pt x="0" y="52052"/>
                  <a:pt x="0" y="33541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6398782" y="2616165"/>
            <a:ext cx="4444127" cy="67081"/>
          </a:xfrm>
          <a:custGeom>
            <a:avLst/>
            <a:gdLst/>
            <a:ahLst/>
            <a:cxnLst/>
            <a:rect l="l" t="t" r="r" b="b"/>
            <a:pathLst>
              <a:path w="4444127" h="67081">
                <a:moveTo>
                  <a:pt x="33541" y="0"/>
                </a:moveTo>
                <a:lnTo>
                  <a:pt x="4410586" y="0"/>
                </a:lnTo>
                <a:cubicBezTo>
                  <a:pt x="4429110" y="0"/>
                  <a:pt x="4444127" y="15017"/>
                  <a:pt x="4444127" y="33541"/>
                </a:cubicBezTo>
                <a:lnTo>
                  <a:pt x="4444127" y="33541"/>
                </a:lnTo>
                <a:cubicBezTo>
                  <a:pt x="4444127" y="52065"/>
                  <a:pt x="4429110" y="67081"/>
                  <a:pt x="4410586" y="67081"/>
                </a:cubicBezTo>
                <a:lnTo>
                  <a:pt x="33541" y="67081"/>
                </a:lnTo>
                <a:cubicBezTo>
                  <a:pt x="15029" y="67081"/>
                  <a:pt x="0" y="52052"/>
                  <a:pt x="0" y="33541"/>
                </a:cubicBezTo>
                <a:lnTo>
                  <a:pt x="0" y="33541"/>
                </a:lnTo>
                <a:cubicBezTo>
                  <a:pt x="0" y="15029"/>
                  <a:pt x="15029" y="0"/>
                  <a:pt x="33541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335406" y="3052193"/>
            <a:ext cx="3748160" cy="2347840"/>
          </a:xfrm>
          <a:custGeom>
            <a:avLst/>
            <a:gdLst/>
            <a:ahLst/>
            <a:cxnLst/>
            <a:rect l="l" t="t" r="r" b="b"/>
            <a:pathLst>
              <a:path w="3748160" h="2347840">
                <a:moveTo>
                  <a:pt x="100628" y="0"/>
                </a:moveTo>
                <a:lnTo>
                  <a:pt x="3647531" y="0"/>
                </a:lnTo>
                <a:cubicBezTo>
                  <a:pt x="3703107" y="0"/>
                  <a:pt x="3748160" y="45053"/>
                  <a:pt x="3748160" y="100628"/>
                </a:cubicBezTo>
                <a:lnTo>
                  <a:pt x="3748160" y="2247212"/>
                </a:lnTo>
                <a:cubicBezTo>
                  <a:pt x="3748160" y="2302788"/>
                  <a:pt x="3703107" y="2347840"/>
                  <a:pt x="3647531" y="2347840"/>
                </a:cubicBezTo>
                <a:lnTo>
                  <a:pt x="100628" y="2347840"/>
                </a:lnTo>
                <a:cubicBezTo>
                  <a:pt x="45053" y="2347840"/>
                  <a:pt x="0" y="2302788"/>
                  <a:pt x="0" y="2247212"/>
                </a:cubicBezTo>
                <a:lnTo>
                  <a:pt x="0" y="100628"/>
                </a:lnTo>
                <a:cubicBezTo>
                  <a:pt x="0" y="45090"/>
                  <a:pt x="45090" y="0"/>
                  <a:pt x="1006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509398" y="3228281"/>
            <a:ext cx="113199" cy="150933"/>
          </a:xfrm>
          <a:custGeom>
            <a:avLst/>
            <a:gdLst/>
            <a:ahLst/>
            <a:cxnLst/>
            <a:rect l="l" t="t" r="r" b="b"/>
            <a:pathLst>
              <a:path w="113199" h="150933">
                <a:moveTo>
                  <a:pt x="91798" y="9433"/>
                </a:moveTo>
                <a:lnTo>
                  <a:pt x="94333" y="9433"/>
                </a:lnTo>
                <a:cubicBezTo>
                  <a:pt x="104739" y="9433"/>
                  <a:pt x="113199" y="17894"/>
                  <a:pt x="113199" y="28300"/>
                </a:cubicBezTo>
                <a:lnTo>
                  <a:pt x="113199" y="132066"/>
                </a:lnTo>
                <a:cubicBezTo>
                  <a:pt x="113199" y="142472"/>
                  <a:pt x="104739" y="150933"/>
                  <a:pt x="94333" y="150933"/>
                </a:cubicBezTo>
                <a:lnTo>
                  <a:pt x="18867" y="150933"/>
                </a:lnTo>
                <a:cubicBezTo>
                  <a:pt x="8460" y="150933"/>
                  <a:pt x="0" y="142472"/>
                  <a:pt x="0" y="132066"/>
                </a:cubicBezTo>
                <a:lnTo>
                  <a:pt x="0" y="28300"/>
                </a:lnTo>
                <a:cubicBezTo>
                  <a:pt x="0" y="17894"/>
                  <a:pt x="8460" y="9433"/>
                  <a:pt x="18867" y="9433"/>
                </a:cubicBezTo>
                <a:lnTo>
                  <a:pt x="21402" y="9433"/>
                </a:lnTo>
                <a:cubicBezTo>
                  <a:pt x="24644" y="3803"/>
                  <a:pt x="30747" y="0"/>
                  <a:pt x="37733" y="0"/>
                </a:cubicBezTo>
                <a:lnTo>
                  <a:pt x="75466" y="0"/>
                </a:lnTo>
                <a:cubicBezTo>
                  <a:pt x="82453" y="0"/>
                  <a:pt x="88555" y="3803"/>
                  <a:pt x="91798" y="9433"/>
                </a:cubicBezTo>
                <a:close/>
                <a:moveTo>
                  <a:pt x="73108" y="33017"/>
                </a:moveTo>
                <a:cubicBezTo>
                  <a:pt x="77029" y="33017"/>
                  <a:pt x="80183" y="29862"/>
                  <a:pt x="80183" y="25942"/>
                </a:cubicBezTo>
                <a:cubicBezTo>
                  <a:pt x="80183" y="22021"/>
                  <a:pt x="77029" y="18867"/>
                  <a:pt x="73108" y="18867"/>
                </a:cubicBezTo>
                <a:lnTo>
                  <a:pt x="40091" y="18867"/>
                </a:lnTo>
                <a:cubicBezTo>
                  <a:pt x="36171" y="18867"/>
                  <a:pt x="33017" y="22021"/>
                  <a:pt x="33017" y="25942"/>
                </a:cubicBezTo>
                <a:cubicBezTo>
                  <a:pt x="33017" y="29862"/>
                  <a:pt x="36171" y="33017"/>
                  <a:pt x="40091" y="33017"/>
                </a:cubicBezTo>
                <a:lnTo>
                  <a:pt x="73108" y="33017"/>
                </a:lnTo>
                <a:close/>
                <a:moveTo>
                  <a:pt x="81480" y="76852"/>
                </a:moveTo>
                <a:cubicBezTo>
                  <a:pt x="83544" y="73550"/>
                  <a:pt x="82541" y="69187"/>
                  <a:pt x="79240" y="67094"/>
                </a:cubicBezTo>
                <a:cubicBezTo>
                  <a:pt x="75938" y="65001"/>
                  <a:pt x="71575" y="66033"/>
                  <a:pt x="69482" y="69335"/>
                </a:cubicBezTo>
                <a:lnTo>
                  <a:pt x="51382" y="98313"/>
                </a:lnTo>
                <a:lnTo>
                  <a:pt x="43423" y="87700"/>
                </a:lnTo>
                <a:cubicBezTo>
                  <a:pt x="41064" y="84575"/>
                  <a:pt x="36642" y="83927"/>
                  <a:pt x="33518" y="86285"/>
                </a:cubicBezTo>
                <a:cubicBezTo>
                  <a:pt x="30393" y="88643"/>
                  <a:pt x="29744" y="93065"/>
                  <a:pt x="32103" y="96190"/>
                </a:cubicBezTo>
                <a:lnTo>
                  <a:pt x="46253" y="115057"/>
                </a:lnTo>
                <a:cubicBezTo>
                  <a:pt x="47638" y="116914"/>
                  <a:pt x="49879" y="117975"/>
                  <a:pt x="52207" y="117887"/>
                </a:cubicBezTo>
                <a:cubicBezTo>
                  <a:pt x="54536" y="117798"/>
                  <a:pt x="56659" y="116560"/>
                  <a:pt x="57897" y="114555"/>
                </a:cubicBezTo>
                <a:lnTo>
                  <a:pt x="81480" y="76822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662426" y="3186355"/>
            <a:ext cx="336244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Grading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568" y="3521761"/>
            <a:ext cx="3546916" cy="6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grading for objective questions and rubric-based assessment of written work with instant feedback generation.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9568" y="4276424"/>
            <a:ext cx="84690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Choice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13474" y="4276424"/>
            <a:ext cx="59534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auto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9568" y="4511208"/>
            <a:ext cx="754663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Answer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61361" y="4511208"/>
            <a:ext cx="55342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auto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9568" y="4745992"/>
            <a:ext cx="74627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Essay (rubric)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62213" y="4745992"/>
            <a:ext cx="55342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auto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21134" y="3052193"/>
            <a:ext cx="3748160" cy="2347840"/>
          </a:xfrm>
          <a:custGeom>
            <a:avLst/>
            <a:gdLst/>
            <a:ahLst/>
            <a:cxnLst/>
            <a:rect l="l" t="t" r="r" b="b"/>
            <a:pathLst>
              <a:path w="3748160" h="2347840">
                <a:moveTo>
                  <a:pt x="100628" y="0"/>
                </a:moveTo>
                <a:lnTo>
                  <a:pt x="3647531" y="0"/>
                </a:lnTo>
                <a:cubicBezTo>
                  <a:pt x="3703107" y="0"/>
                  <a:pt x="3748160" y="45053"/>
                  <a:pt x="3748160" y="100628"/>
                </a:cubicBezTo>
                <a:lnTo>
                  <a:pt x="3748160" y="2247212"/>
                </a:lnTo>
                <a:cubicBezTo>
                  <a:pt x="3748160" y="2302788"/>
                  <a:pt x="3703107" y="2347840"/>
                  <a:pt x="3647531" y="2347840"/>
                </a:cubicBezTo>
                <a:lnTo>
                  <a:pt x="100628" y="2347840"/>
                </a:lnTo>
                <a:cubicBezTo>
                  <a:pt x="45053" y="2347840"/>
                  <a:pt x="0" y="2302788"/>
                  <a:pt x="0" y="2247212"/>
                </a:cubicBezTo>
                <a:lnTo>
                  <a:pt x="0" y="100628"/>
                </a:lnTo>
                <a:cubicBezTo>
                  <a:pt x="0" y="45090"/>
                  <a:pt x="45090" y="0"/>
                  <a:pt x="1006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4376259" y="3228281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75466" y="141499"/>
                </a:moveTo>
                <a:cubicBezTo>
                  <a:pt x="117150" y="141499"/>
                  <a:pt x="150933" y="109809"/>
                  <a:pt x="150933" y="70750"/>
                </a:cubicBezTo>
                <a:cubicBezTo>
                  <a:pt x="150933" y="31690"/>
                  <a:pt x="117150" y="0"/>
                  <a:pt x="75466" y="0"/>
                </a:cubicBezTo>
                <a:cubicBezTo>
                  <a:pt x="33783" y="0"/>
                  <a:pt x="0" y="31690"/>
                  <a:pt x="0" y="70750"/>
                </a:cubicBezTo>
                <a:cubicBezTo>
                  <a:pt x="0" y="86757"/>
                  <a:pt x="5660" y="101496"/>
                  <a:pt x="15211" y="113347"/>
                </a:cubicBezTo>
                <a:lnTo>
                  <a:pt x="825" y="140556"/>
                </a:lnTo>
                <a:cubicBezTo>
                  <a:pt x="-590" y="143209"/>
                  <a:pt x="-147" y="146452"/>
                  <a:pt x="1887" y="148663"/>
                </a:cubicBezTo>
                <a:cubicBezTo>
                  <a:pt x="3921" y="150874"/>
                  <a:pt x="7134" y="151552"/>
                  <a:pt x="9875" y="150372"/>
                </a:cubicBezTo>
                <a:lnTo>
                  <a:pt x="44779" y="135427"/>
                </a:lnTo>
                <a:cubicBezTo>
                  <a:pt x="54153" y="139318"/>
                  <a:pt x="64530" y="141499"/>
                  <a:pt x="75466" y="141499"/>
                </a:cubicBezTo>
                <a:close/>
                <a:moveTo>
                  <a:pt x="37733" y="61316"/>
                </a:moveTo>
                <a:cubicBezTo>
                  <a:pt x="42940" y="61316"/>
                  <a:pt x="47166" y="65543"/>
                  <a:pt x="47166" y="70750"/>
                </a:cubicBezTo>
                <a:cubicBezTo>
                  <a:pt x="47166" y="75956"/>
                  <a:pt x="42940" y="80183"/>
                  <a:pt x="37733" y="80183"/>
                </a:cubicBezTo>
                <a:cubicBezTo>
                  <a:pt x="32527" y="80183"/>
                  <a:pt x="28300" y="75956"/>
                  <a:pt x="28300" y="70750"/>
                </a:cubicBezTo>
                <a:cubicBezTo>
                  <a:pt x="28300" y="65543"/>
                  <a:pt x="32527" y="61316"/>
                  <a:pt x="37733" y="61316"/>
                </a:cubicBezTo>
                <a:close/>
                <a:moveTo>
                  <a:pt x="75466" y="61316"/>
                </a:moveTo>
                <a:cubicBezTo>
                  <a:pt x="80673" y="61316"/>
                  <a:pt x="84900" y="65543"/>
                  <a:pt x="84900" y="70750"/>
                </a:cubicBezTo>
                <a:cubicBezTo>
                  <a:pt x="84900" y="75956"/>
                  <a:pt x="80673" y="80183"/>
                  <a:pt x="75466" y="80183"/>
                </a:cubicBezTo>
                <a:cubicBezTo>
                  <a:pt x="70260" y="80183"/>
                  <a:pt x="66033" y="75956"/>
                  <a:pt x="66033" y="70750"/>
                </a:cubicBezTo>
                <a:cubicBezTo>
                  <a:pt x="66033" y="65543"/>
                  <a:pt x="70260" y="61316"/>
                  <a:pt x="75466" y="61316"/>
                </a:cubicBezTo>
                <a:close/>
                <a:moveTo>
                  <a:pt x="103766" y="70750"/>
                </a:moveTo>
                <a:cubicBezTo>
                  <a:pt x="103766" y="65543"/>
                  <a:pt x="107993" y="61316"/>
                  <a:pt x="113199" y="61316"/>
                </a:cubicBezTo>
                <a:cubicBezTo>
                  <a:pt x="118406" y="61316"/>
                  <a:pt x="122633" y="65543"/>
                  <a:pt x="122633" y="70750"/>
                </a:cubicBezTo>
                <a:cubicBezTo>
                  <a:pt x="122633" y="75956"/>
                  <a:pt x="118406" y="80183"/>
                  <a:pt x="113199" y="80183"/>
                </a:cubicBezTo>
                <a:cubicBezTo>
                  <a:pt x="107993" y="80183"/>
                  <a:pt x="103766" y="75956"/>
                  <a:pt x="103766" y="7075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4548155" y="3186355"/>
            <a:ext cx="336244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Reporting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55296" y="3521761"/>
            <a:ext cx="3546916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progress summaries, report card comments, and parent communications in natural language.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55296" y="4058410"/>
            <a:ext cx="3479835" cy="939136"/>
          </a:xfrm>
          <a:custGeom>
            <a:avLst/>
            <a:gdLst/>
            <a:ahLst/>
            <a:cxnLst/>
            <a:rect l="l" t="t" r="r" b="b"/>
            <a:pathLst>
              <a:path w="3479835" h="939136">
                <a:moveTo>
                  <a:pt x="67082" y="0"/>
                </a:moveTo>
                <a:lnTo>
                  <a:pt x="3412752" y="0"/>
                </a:lnTo>
                <a:cubicBezTo>
                  <a:pt x="3449801" y="0"/>
                  <a:pt x="3479835" y="30034"/>
                  <a:pt x="3479835" y="67082"/>
                </a:cubicBezTo>
                <a:lnTo>
                  <a:pt x="3479835" y="872054"/>
                </a:lnTo>
                <a:cubicBezTo>
                  <a:pt x="3479835" y="909102"/>
                  <a:pt x="3449801" y="939136"/>
                  <a:pt x="3412752" y="939136"/>
                </a:cubicBezTo>
                <a:lnTo>
                  <a:pt x="67082" y="939136"/>
                </a:lnTo>
                <a:cubicBezTo>
                  <a:pt x="30034" y="939136"/>
                  <a:pt x="0" y="909102"/>
                  <a:pt x="0" y="872054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4455918" y="4159032"/>
            <a:ext cx="3337287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Output: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5918" y="4393816"/>
            <a:ext cx="3337287" cy="503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"Sarah has shown remarkable improvement in mathematical reasoning this term, particularly in problem-solving applications..."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6862" y="3052193"/>
            <a:ext cx="3748160" cy="2347840"/>
          </a:xfrm>
          <a:custGeom>
            <a:avLst/>
            <a:gdLst/>
            <a:ahLst/>
            <a:cxnLst/>
            <a:rect l="l" t="t" r="r" b="b"/>
            <a:pathLst>
              <a:path w="3748160" h="2347840">
                <a:moveTo>
                  <a:pt x="100628" y="0"/>
                </a:moveTo>
                <a:lnTo>
                  <a:pt x="3647531" y="0"/>
                </a:lnTo>
                <a:cubicBezTo>
                  <a:pt x="3703107" y="0"/>
                  <a:pt x="3748160" y="45053"/>
                  <a:pt x="3748160" y="100628"/>
                </a:cubicBezTo>
                <a:lnTo>
                  <a:pt x="3748160" y="2247212"/>
                </a:lnTo>
                <a:cubicBezTo>
                  <a:pt x="3748160" y="2302788"/>
                  <a:pt x="3703107" y="2347840"/>
                  <a:pt x="3647531" y="2347840"/>
                </a:cubicBezTo>
                <a:lnTo>
                  <a:pt x="100628" y="2347840"/>
                </a:lnTo>
                <a:cubicBezTo>
                  <a:pt x="45053" y="2347840"/>
                  <a:pt x="0" y="2302788"/>
                  <a:pt x="0" y="2247212"/>
                </a:cubicBezTo>
                <a:lnTo>
                  <a:pt x="0" y="100628"/>
                </a:lnTo>
                <a:cubicBezTo>
                  <a:pt x="0" y="45090"/>
                  <a:pt x="45090" y="0"/>
                  <a:pt x="1006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5777" dist="83851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8261988" y="3228281"/>
            <a:ext cx="150933" cy="150933"/>
          </a:xfrm>
          <a:custGeom>
            <a:avLst/>
            <a:gdLst/>
            <a:ahLst/>
            <a:cxnLst/>
            <a:rect l="l" t="t" r="r" b="b"/>
            <a:pathLst>
              <a:path w="150933" h="150933">
                <a:moveTo>
                  <a:pt x="9433" y="9433"/>
                </a:moveTo>
                <a:cubicBezTo>
                  <a:pt x="14651" y="9433"/>
                  <a:pt x="18867" y="13649"/>
                  <a:pt x="18867" y="18867"/>
                </a:cubicBezTo>
                <a:lnTo>
                  <a:pt x="18867" y="117916"/>
                </a:lnTo>
                <a:cubicBezTo>
                  <a:pt x="18867" y="120510"/>
                  <a:pt x="20989" y="122633"/>
                  <a:pt x="23583" y="122633"/>
                </a:cubicBezTo>
                <a:lnTo>
                  <a:pt x="141499" y="122633"/>
                </a:lnTo>
                <a:cubicBezTo>
                  <a:pt x="146717" y="122633"/>
                  <a:pt x="150933" y="126848"/>
                  <a:pt x="150933" y="132066"/>
                </a:cubicBezTo>
                <a:cubicBezTo>
                  <a:pt x="150933" y="137284"/>
                  <a:pt x="146717" y="141499"/>
                  <a:pt x="141499" y="141499"/>
                </a:cubicBezTo>
                <a:lnTo>
                  <a:pt x="23583" y="141499"/>
                </a:lnTo>
                <a:cubicBezTo>
                  <a:pt x="10553" y="141499"/>
                  <a:pt x="0" y="130946"/>
                  <a:pt x="0" y="117916"/>
                </a:cubicBezTo>
                <a:lnTo>
                  <a:pt x="0" y="18867"/>
                </a:lnTo>
                <a:cubicBezTo>
                  <a:pt x="0" y="13649"/>
                  <a:pt x="4216" y="9433"/>
                  <a:pt x="9433" y="9433"/>
                </a:cubicBezTo>
                <a:close/>
                <a:moveTo>
                  <a:pt x="37733" y="28300"/>
                </a:moveTo>
                <a:cubicBezTo>
                  <a:pt x="37733" y="23082"/>
                  <a:pt x="41949" y="18867"/>
                  <a:pt x="47166" y="18867"/>
                </a:cubicBezTo>
                <a:lnTo>
                  <a:pt x="103766" y="18867"/>
                </a:lnTo>
                <a:cubicBezTo>
                  <a:pt x="108984" y="18867"/>
                  <a:pt x="113199" y="23082"/>
                  <a:pt x="113199" y="28300"/>
                </a:cubicBezTo>
                <a:cubicBezTo>
                  <a:pt x="113199" y="33518"/>
                  <a:pt x="108984" y="37733"/>
                  <a:pt x="103766" y="37733"/>
                </a:cubicBezTo>
                <a:lnTo>
                  <a:pt x="47166" y="37733"/>
                </a:lnTo>
                <a:cubicBezTo>
                  <a:pt x="41949" y="37733"/>
                  <a:pt x="37733" y="33518"/>
                  <a:pt x="37733" y="28300"/>
                </a:cubicBezTo>
                <a:close/>
                <a:moveTo>
                  <a:pt x="47166" y="51883"/>
                </a:moveTo>
                <a:lnTo>
                  <a:pt x="84900" y="51883"/>
                </a:lnTo>
                <a:cubicBezTo>
                  <a:pt x="90117" y="51883"/>
                  <a:pt x="94333" y="56099"/>
                  <a:pt x="94333" y="61316"/>
                </a:cubicBezTo>
                <a:cubicBezTo>
                  <a:pt x="94333" y="66534"/>
                  <a:pt x="90117" y="70750"/>
                  <a:pt x="84900" y="70750"/>
                </a:cubicBezTo>
                <a:lnTo>
                  <a:pt x="47166" y="70750"/>
                </a:lnTo>
                <a:cubicBezTo>
                  <a:pt x="41949" y="70750"/>
                  <a:pt x="37733" y="66534"/>
                  <a:pt x="37733" y="61316"/>
                </a:cubicBezTo>
                <a:cubicBezTo>
                  <a:pt x="37733" y="56099"/>
                  <a:pt x="41949" y="51883"/>
                  <a:pt x="47166" y="51883"/>
                </a:cubicBezTo>
                <a:close/>
                <a:moveTo>
                  <a:pt x="47166" y="84900"/>
                </a:moveTo>
                <a:lnTo>
                  <a:pt x="122633" y="84900"/>
                </a:lnTo>
                <a:cubicBezTo>
                  <a:pt x="127851" y="84900"/>
                  <a:pt x="132066" y="89115"/>
                  <a:pt x="132066" y="94333"/>
                </a:cubicBezTo>
                <a:cubicBezTo>
                  <a:pt x="132066" y="99551"/>
                  <a:pt x="127851" y="103766"/>
                  <a:pt x="122633" y="103766"/>
                </a:cubicBezTo>
                <a:lnTo>
                  <a:pt x="47166" y="103766"/>
                </a:lnTo>
                <a:cubicBezTo>
                  <a:pt x="41949" y="103766"/>
                  <a:pt x="37733" y="99551"/>
                  <a:pt x="37733" y="94333"/>
                </a:cubicBezTo>
                <a:cubicBezTo>
                  <a:pt x="37733" y="89115"/>
                  <a:pt x="41949" y="84900"/>
                  <a:pt x="47166" y="8490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8433883" y="3186355"/>
            <a:ext cx="336244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Insights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41025" y="3521761"/>
            <a:ext cx="3546916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visibility into class performance, learning gaps, and student engagement patterns to inform instruction.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57795" y="4083565"/>
            <a:ext cx="117392" cy="117392"/>
          </a:xfrm>
          <a:custGeom>
            <a:avLst/>
            <a:gdLst/>
            <a:ahLst/>
            <a:cxnLst/>
            <a:rect l="l" t="t" r="r" b="b"/>
            <a:pathLst>
              <a:path w="117392" h="117392">
                <a:moveTo>
                  <a:pt x="58696" y="117392"/>
                </a:moveTo>
                <a:cubicBezTo>
                  <a:pt x="91091" y="117392"/>
                  <a:pt x="117392" y="91091"/>
                  <a:pt x="117392" y="58696"/>
                </a:cubicBezTo>
                <a:cubicBezTo>
                  <a:pt x="117392" y="26301"/>
                  <a:pt x="91091" y="0"/>
                  <a:pt x="58696" y="0"/>
                </a:cubicBezTo>
                <a:cubicBezTo>
                  <a:pt x="26301" y="0"/>
                  <a:pt x="0" y="26301"/>
                  <a:pt x="0" y="58696"/>
                </a:cubicBezTo>
                <a:cubicBezTo>
                  <a:pt x="0" y="91091"/>
                  <a:pt x="26301" y="117392"/>
                  <a:pt x="58696" y="117392"/>
                </a:cubicBezTo>
                <a:close/>
                <a:moveTo>
                  <a:pt x="78047" y="48768"/>
                </a:moveTo>
                <a:lnTo>
                  <a:pt x="59705" y="78116"/>
                </a:lnTo>
                <a:cubicBezTo>
                  <a:pt x="58742" y="79652"/>
                  <a:pt x="57091" y="80615"/>
                  <a:pt x="55280" y="80707"/>
                </a:cubicBezTo>
                <a:cubicBezTo>
                  <a:pt x="53468" y="80799"/>
                  <a:pt x="51726" y="79973"/>
                  <a:pt x="50648" y="78506"/>
                </a:cubicBezTo>
                <a:lnTo>
                  <a:pt x="39643" y="63832"/>
                </a:lnTo>
                <a:cubicBezTo>
                  <a:pt x="37808" y="61402"/>
                  <a:pt x="38313" y="57962"/>
                  <a:pt x="40743" y="56128"/>
                </a:cubicBezTo>
                <a:cubicBezTo>
                  <a:pt x="43174" y="54294"/>
                  <a:pt x="46613" y="54798"/>
                  <a:pt x="48447" y="57229"/>
                </a:cubicBezTo>
                <a:lnTo>
                  <a:pt x="54638" y="65483"/>
                </a:lnTo>
                <a:lnTo>
                  <a:pt x="68716" y="42944"/>
                </a:lnTo>
                <a:cubicBezTo>
                  <a:pt x="70321" y="40376"/>
                  <a:pt x="73714" y="39574"/>
                  <a:pt x="76305" y="41202"/>
                </a:cubicBezTo>
                <a:cubicBezTo>
                  <a:pt x="78896" y="42830"/>
                  <a:pt x="79675" y="46200"/>
                  <a:pt x="78047" y="48791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8454846" y="4058410"/>
            <a:ext cx="115715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gap identification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57795" y="4318349"/>
            <a:ext cx="117392" cy="117392"/>
          </a:xfrm>
          <a:custGeom>
            <a:avLst/>
            <a:gdLst/>
            <a:ahLst/>
            <a:cxnLst/>
            <a:rect l="l" t="t" r="r" b="b"/>
            <a:pathLst>
              <a:path w="117392" h="117392">
                <a:moveTo>
                  <a:pt x="58696" y="117392"/>
                </a:moveTo>
                <a:cubicBezTo>
                  <a:pt x="91091" y="117392"/>
                  <a:pt x="117392" y="91091"/>
                  <a:pt x="117392" y="58696"/>
                </a:cubicBezTo>
                <a:cubicBezTo>
                  <a:pt x="117392" y="26301"/>
                  <a:pt x="91091" y="0"/>
                  <a:pt x="58696" y="0"/>
                </a:cubicBezTo>
                <a:cubicBezTo>
                  <a:pt x="26301" y="0"/>
                  <a:pt x="0" y="26301"/>
                  <a:pt x="0" y="58696"/>
                </a:cubicBezTo>
                <a:cubicBezTo>
                  <a:pt x="0" y="91091"/>
                  <a:pt x="26301" y="117392"/>
                  <a:pt x="58696" y="117392"/>
                </a:cubicBezTo>
                <a:close/>
                <a:moveTo>
                  <a:pt x="78047" y="48768"/>
                </a:moveTo>
                <a:lnTo>
                  <a:pt x="59705" y="78116"/>
                </a:lnTo>
                <a:cubicBezTo>
                  <a:pt x="58742" y="79652"/>
                  <a:pt x="57091" y="80615"/>
                  <a:pt x="55280" y="80707"/>
                </a:cubicBezTo>
                <a:cubicBezTo>
                  <a:pt x="53468" y="80799"/>
                  <a:pt x="51726" y="79973"/>
                  <a:pt x="50648" y="78506"/>
                </a:cubicBezTo>
                <a:lnTo>
                  <a:pt x="39643" y="63832"/>
                </a:lnTo>
                <a:cubicBezTo>
                  <a:pt x="37808" y="61402"/>
                  <a:pt x="38313" y="57962"/>
                  <a:pt x="40743" y="56128"/>
                </a:cubicBezTo>
                <a:cubicBezTo>
                  <a:pt x="43174" y="54294"/>
                  <a:pt x="46613" y="54798"/>
                  <a:pt x="48447" y="57229"/>
                </a:cubicBezTo>
                <a:lnTo>
                  <a:pt x="54638" y="65483"/>
                </a:lnTo>
                <a:lnTo>
                  <a:pt x="68716" y="42944"/>
                </a:lnTo>
                <a:cubicBezTo>
                  <a:pt x="70321" y="40376"/>
                  <a:pt x="73714" y="39574"/>
                  <a:pt x="76305" y="41202"/>
                </a:cubicBezTo>
                <a:cubicBezTo>
                  <a:pt x="78896" y="42830"/>
                  <a:pt x="79675" y="46200"/>
                  <a:pt x="78047" y="48791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8454846" y="4293194"/>
            <a:ext cx="1475785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Curriculum alignment check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57795" y="4553133"/>
            <a:ext cx="117392" cy="117392"/>
          </a:xfrm>
          <a:custGeom>
            <a:avLst/>
            <a:gdLst/>
            <a:ahLst/>
            <a:cxnLst/>
            <a:rect l="l" t="t" r="r" b="b"/>
            <a:pathLst>
              <a:path w="117392" h="117392">
                <a:moveTo>
                  <a:pt x="58696" y="117392"/>
                </a:moveTo>
                <a:cubicBezTo>
                  <a:pt x="91091" y="117392"/>
                  <a:pt x="117392" y="91091"/>
                  <a:pt x="117392" y="58696"/>
                </a:cubicBezTo>
                <a:cubicBezTo>
                  <a:pt x="117392" y="26301"/>
                  <a:pt x="91091" y="0"/>
                  <a:pt x="58696" y="0"/>
                </a:cubicBezTo>
                <a:cubicBezTo>
                  <a:pt x="26301" y="0"/>
                  <a:pt x="0" y="26301"/>
                  <a:pt x="0" y="58696"/>
                </a:cubicBezTo>
                <a:cubicBezTo>
                  <a:pt x="0" y="91091"/>
                  <a:pt x="26301" y="117392"/>
                  <a:pt x="58696" y="117392"/>
                </a:cubicBezTo>
                <a:close/>
                <a:moveTo>
                  <a:pt x="78047" y="48768"/>
                </a:moveTo>
                <a:lnTo>
                  <a:pt x="59705" y="78116"/>
                </a:lnTo>
                <a:cubicBezTo>
                  <a:pt x="58742" y="79652"/>
                  <a:pt x="57091" y="80615"/>
                  <a:pt x="55280" y="80707"/>
                </a:cubicBezTo>
                <a:cubicBezTo>
                  <a:pt x="53468" y="80799"/>
                  <a:pt x="51726" y="79973"/>
                  <a:pt x="50648" y="78506"/>
                </a:cubicBezTo>
                <a:lnTo>
                  <a:pt x="39643" y="63832"/>
                </a:lnTo>
                <a:cubicBezTo>
                  <a:pt x="37808" y="61402"/>
                  <a:pt x="38313" y="57962"/>
                  <a:pt x="40743" y="56128"/>
                </a:cubicBezTo>
                <a:cubicBezTo>
                  <a:pt x="43174" y="54294"/>
                  <a:pt x="46613" y="54798"/>
                  <a:pt x="48447" y="57229"/>
                </a:cubicBezTo>
                <a:lnTo>
                  <a:pt x="54638" y="65483"/>
                </a:lnTo>
                <a:lnTo>
                  <a:pt x="68716" y="42944"/>
                </a:lnTo>
                <a:cubicBezTo>
                  <a:pt x="70321" y="40376"/>
                  <a:pt x="73714" y="39574"/>
                  <a:pt x="76305" y="41202"/>
                </a:cubicBezTo>
                <a:cubicBezTo>
                  <a:pt x="78896" y="42830"/>
                  <a:pt x="79675" y="46200"/>
                  <a:pt x="78047" y="48791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5" name="Text 53"/>
          <p:cNvSpPr/>
          <p:nvPr/>
        </p:nvSpPr>
        <p:spPr>
          <a:xfrm>
            <a:off x="8454846" y="4527978"/>
            <a:ext cx="1157150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analytics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35406" y="5534195"/>
            <a:ext cx="11521188" cy="771433"/>
          </a:xfrm>
          <a:custGeom>
            <a:avLst/>
            <a:gdLst/>
            <a:ahLst/>
            <a:cxnLst/>
            <a:rect l="l" t="t" r="r" b="b"/>
            <a:pathLst>
              <a:path w="11521188" h="771433">
                <a:moveTo>
                  <a:pt x="100618" y="0"/>
                </a:moveTo>
                <a:lnTo>
                  <a:pt x="11420570" y="0"/>
                </a:lnTo>
                <a:cubicBezTo>
                  <a:pt x="11476140" y="0"/>
                  <a:pt x="11521188" y="45048"/>
                  <a:pt x="11521188" y="100618"/>
                </a:cubicBezTo>
                <a:lnTo>
                  <a:pt x="11521188" y="670815"/>
                </a:lnTo>
                <a:cubicBezTo>
                  <a:pt x="11521188" y="726385"/>
                  <a:pt x="11476140" y="771433"/>
                  <a:pt x="11420570" y="771433"/>
                </a:cubicBezTo>
                <a:lnTo>
                  <a:pt x="100618" y="771433"/>
                </a:lnTo>
                <a:cubicBezTo>
                  <a:pt x="45048" y="771433"/>
                  <a:pt x="0" y="726385"/>
                  <a:pt x="0" y="670815"/>
                </a:cubicBezTo>
                <a:lnTo>
                  <a:pt x="0" y="100618"/>
                </a:lnTo>
                <a:cubicBezTo>
                  <a:pt x="0" y="45048"/>
                  <a:pt x="45048" y="0"/>
                  <a:pt x="10061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469568" y="5668358"/>
            <a:ext cx="514009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Impact Summary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69568" y="5970223"/>
            <a:ext cx="5123323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Reclaiming time for what matters most: student interaction and personalized instruction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68670" y="5685128"/>
            <a:ext cx="1123609" cy="301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02210" y="5986993"/>
            <a:ext cx="1056528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Hours Saved/Week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470955" y="5685128"/>
            <a:ext cx="1182305" cy="301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504496" y="5986993"/>
            <a:ext cx="111522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Workload Reduction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724796" y="5685128"/>
            <a:ext cx="1064913" cy="301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758337" y="5986993"/>
            <a:ext cx="997832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Face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562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PILLAR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5734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Intelligence &amp;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74932" y="400050"/>
            <a:ext cx="1638300" cy="571500"/>
          </a:xfrm>
          <a:custGeom>
            <a:avLst/>
            <a:gdLst/>
            <a:ahLst/>
            <a:cxnLst/>
            <a:rect l="l" t="t" r="r" b="b"/>
            <a:pathLst>
              <a:path w="1638300" h="571500">
                <a:moveTo>
                  <a:pt x="76198" y="0"/>
                </a:moveTo>
                <a:lnTo>
                  <a:pt x="1562102" y="0"/>
                </a:lnTo>
                <a:cubicBezTo>
                  <a:pt x="1604185" y="0"/>
                  <a:pt x="1638300" y="34115"/>
                  <a:pt x="1638300" y="76198"/>
                </a:cubicBezTo>
                <a:lnTo>
                  <a:pt x="1638300" y="495302"/>
                </a:lnTo>
                <a:cubicBezTo>
                  <a:pt x="1638300" y="537385"/>
                  <a:pt x="1604185" y="571500"/>
                  <a:pt x="15621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0365432" y="476250"/>
            <a:ext cx="1314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65432" y="628650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143000"/>
            <a:ext cx="5619750" cy="2686050"/>
          </a:xfrm>
          <a:custGeom>
            <a:avLst/>
            <a:gdLst/>
            <a:ahLst/>
            <a:cxnLst/>
            <a:rect l="l" t="t" r="r" b="b"/>
            <a:pathLst>
              <a:path w="5619750" h="2686050">
                <a:moveTo>
                  <a:pt x="38100" y="0"/>
                </a:moveTo>
                <a:lnTo>
                  <a:pt x="5505459" y="0"/>
                </a:lnTo>
                <a:cubicBezTo>
                  <a:pt x="5568580" y="0"/>
                  <a:pt x="5619750" y="51170"/>
                  <a:pt x="5619750" y="114291"/>
                </a:cubicBezTo>
                <a:lnTo>
                  <a:pt x="5619750" y="2571759"/>
                </a:lnTo>
                <a:cubicBezTo>
                  <a:pt x="5619750" y="2634880"/>
                  <a:pt x="5568580" y="2686050"/>
                  <a:pt x="5505459" y="2686050"/>
                </a:cubicBezTo>
                <a:lnTo>
                  <a:pt x="38100" y="2686050"/>
                </a:lnTo>
                <a:cubicBezTo>
                  <a:pt x="17072" y="2686050"/>
                  <a:pt x="0" y="2668978"/>
                  <a:pt x="0" y="2647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400050" y="1143000"/>
            <a:ext cx="38100" cy="2686050"/>
          </a:xfrm>
          <a:custGeom>
            <a:avLst/>
            <a:gdLst/>
            <a:ahLst/>
            <a:cxnLst/>
            <a:rect l="l" t="t" r="r" b="b"/>
            <a:pathLst>
              <a:path w="38100" h="2686050">
                <a:moveTo>
                  <a:pt x="38100" y="0"/>
                </a:moveTo>
                <a:lnTo>
                  <a:pt x="38100" y="0"/>
                </a:lnTo>
                <a:lnTo>
                  <a:pt x="38100" y="2686050"/>
                </a:lnTo>
                <a:lnTo>
                  <a:pt x="38100" y="2686050"/>
                </a:lnTo>
                <a:cubicBezTo>
                  <a:pt x="17072" y="2686050"/>
                  <a:pt x="0" y="2668978"/>
                  <a:pt x="0" y="2647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595313" y="1333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809625" y="12954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Intelligence Dashboard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676400"/>
            <a:ext cx="5372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strategic insights across all school operations, enabling data-driven decision making at the leadership level with predictive analytics and trend forecasting.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53365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76202" y="0"/>
                </a:moveTo>
                <a:lnTo>
                  <a:pt x="2533648" y="0"/>
                </a:lnTo>
                <a:cubicBezTo>
                  <a:pt x="2575733" y="0"/>
                  <a:pt x="2609850" y="34117"/>
                  <a:pt x="2609850" y="76202"/>
                </a:cubicBezTo>
                <a:lnTo>
                  <a:pt x="2609850" y="457198"/>
                </a:lnTo>
                <a:cubicBezTo>
                  <a:pt x="2609850" y="499283"/>
                  <a:pt x="2575733" y="533400"/>
                  <a:pt x="2533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47700" y="260985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Trends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28384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School-wide performance with YoY comparisons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57550" y="253365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76202" y="0"/>
                </a:moveTo>
                <a:lnTo>
                  <a:pt x="2533648" y="0"/>
                </a:lnTo>
                <a:cubicBezTo>
                  <a:pt x="2575733" y="0"/>
                  <a:pt x="2609850" y="34117"/>
                  <a:pt x="2609850" y="76202"/>
                </a:cubicBezTo>
                <a:lnTo>
                  <a:pt x="2609850" y="457198"/>
                </a:lnTo>
                <a:cubicBezTo>
                  <a:pt x="2609850" y="499283"/>
                  <a:pt x="2575733" y="533400"/>
                  <a:pt x="2533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3333750" y="260985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Cohort Tracking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3750" y="28384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Grade-level analytics with benchmarks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14325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76202" y="0"/>
                </a:moveTo>
                <a:lnTo>
                  <a:pt x="2533648" y="0"/>
                </a:lnTo>
                <a:cubicBezTo>
                  <a:pt x="2575733" y="0"/>
                  <a:pt x="2609850" y="34117"/>
                  <a:pt x="2609850" y="76202"/>
                </a:cubicBezTo>
                <a:lnTo>
                  <a:pt x="2609850" y="457198"/>
                </a:lnTo>
                <a:cubicBezTo>
                  <a:pt x="2609850" y="499283"/>
                  <a:pt x="2575733" y="533400"/>
                  <a:pt x="2533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47700" y="321945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Segmentation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700" y="34480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AI-identified at-risk students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57550" y="3143250"/>
            <a:ext cx="2609850" cy="533400"/>
          </a:xfrm>
          <a:custGeom>
            <a:avLst/>
            <a:gdLst/>
            <a:ahLst/>
            <a:cxnLst/>
            <a:rect l="l" t="t" r="r" b="b"/>
            <a:pathLst>
              <a:path w="2609850" h="533400">
                <a:moveTo>
                  <a:pt x="76202" y="0"/>
                </a:moveTo>
                <a:lnTo>
                  <a:pt x="2533648" y="0"/>
                </a:lnTo>
                <a:cubicBezTo>
                  <a:pt x="2575733" y="0"/>
                  <a:pt x="2609850" y="34117"/>
                  <a:pt x="2609850" y="76202"/>
                </a:cubicBezTo>
                <a:lnTo>
                  <a:pt x="2609850" y="457198"/>
                </a:lnTo>
                <a:cubicBezTo>
                  <a:pt x="2609850" y="499283"/>
                  <a:pt x="2575733" y="533400"/>
                  <a:pt x="253364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333750" y="3219450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Forecasting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3750" y="3448050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 &amp; resource predictions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1143000"/>
            <a:ext cx="5638800" cy="2686050"/>
          </a:xfrm>
          <a:custGeom>
            <a:avLst/>
            <a:gdLst/>
            <a:ahLst/>
            <a:cxnLst/>
            <a:rect l="l" t="t" r="r" b="b"/>
            <a:pathLst>
              <a:path w="5638800" h="2686050">
                <a:moveTo>
                  <a:pt x="114291" y="0"/>
                </a:moveTo>
                <a:lnTo>
                  <a:pt x="5524509" y="0"/>
                </a:lnTo>
                <a:cubicBezTo>
                  <a:pt x="5587630" y="0"/>
                  <a:pt x="5638800" y="51170"/>
                  <a:pt x="5638800" y="114291"/>
                </a:cubicBezTo>
                <a:lnTo>
                  <a:pt x="5638800" y="2571759"/>
                </a:lnTo>
                <a:cubicBezTo>
                  <a:pt x="5638800" y="2634880"/>
                  <a:pt x="5587630" y="2686050"/>
                  <a:pt x="552450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6324600" y="12954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Analytics Overview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4600" y="16383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operational intelligence</a:t>
            </a:r>
            <a:endParaRPr lang="en-US" sz="1600" dirty="0"/>
          </a:p>
        </p:txBody>
      </p:sp>
      <p:pic>
        <p:nvPicPr>
          <p:cNvPr id="27" name="Image 0" descr="https://kimi-img.moonshot.cn/pub/slides/26-02-24-20:26:28-d6epht6dmaum3jk11kp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4600" y="1905000"/>
            <a:ext cx="5334000" cy="1714500"/>
          </a:xfrm>
          <a:prstGeom prst="roundRect">
            <a:avLst>
              <a:gd name="adj" fmla="val 0"/>
            </a:avLst>
          </a:prstGeom>
        </p:spPr>
      </p:pic>
      <p:sp>
        <p:nvSpPr>
          <p:cNvPr id="28" name="Shape 25"/>
          <p:cNvSpPr/>
          <p:nvPr/>
        </p:nvSpPr>
        <p:spPr>
          <a:xfrm>
            <a:off x="381000" y="4000500"/>
            <a:ext cx="3705225" cy="2266950"/>
          </a:xfrm>
          <a:custGeom>
            <a:avLst/>
            <a:gdLst/>
            <a:ahLst/>
            <a:cxnLst/>
            <a:rect l="l" t="t" r="r" b="b"/>
            <a:pathLst>
              <a:path w="3705225" h="2266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52650"/>
                </a:lnTo>
                <a:cubicBezTo>
                  <a:pt x="3705225" y="2215776"/>
                  <a:pt x="3654051" y="2266950"/>
                  <a:pt x="35909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Shape 26"/>
          <p:cNvSpPr/>
          <p:nvPr/>
        </p:nvSpPr>
        <p:spPr>
          <a:xfrm>
            <a:off x="381000" y="4000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Shape 27"/>
          <p:cNvSpPr/>
          <p:nvPr/>
        </p:nvSpPr>
        <p:spPr>
          <a:xfrm>
            <a:off x="533400" y="4171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Shape 28"/>
          <p:cNvSpPr/>
          <p:nvPr/>
        </p:nvSpPr>
        <p:spPr>
          <a:xfrm>
            <a:off x="628650" y="42862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29"/>
          <p:cNvSpPr/>
          <p:nvPr/>
        </p:nvSpPr>
        <p:spPr>
          <a:xfrm>
            <a:off x="1028700" y="42291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Automation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1734" y="4705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1"/>
          <p:cNvSpPr/>
          <p:nvPr/>
        </p:nvSpPr>
        <p:spPr>
          <a:xfrm>
            <a:off x="739155" y="4667250"/>
            <a:ext cx="3267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 Management: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admissions, registration, transfers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60784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3"/>
          <p:cNvSpPr/>
          <p:nvPr/>
        </p:nvSpPr>
        <p:spPr>
          <a:xfrm>
            <a:off x="776288" y="512445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Attendance Tracking: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AI-powered pattern analysis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1734" y="5429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5"/>
          <p:cNvSpPr/>
          <p:nvPr/>
        </p:nvSpPr>
        <p:spPr>
          <a:xfrm>
            <a:off x="744736" y="53911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Timetable Optimization: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Intelligent scheduling with conflict detection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60784" y="5886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Text 37"/>
          <p:cNvSpPr/>
          <p:nvPr/>
        </p:nvSpPr>
        <p:spPr>
          <a:xfrm>
            <a:off x="776288" y="584835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 Engine: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Multi-channel automated alerts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241750" y="4000500"/>
            <a:ext cx="3705225" cy="2266950"/>
          </a:xfrm>
          <a:custGeom>
            <a:avLst/>
            <a:gdLst/>
            <a:ahLst/>
            <a:cxnLst/>
            <a:rect l="l" t="t" r="r" b="b"/>
            <a:pathLst>
              <a:path w="3705225" h="2266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52650"/>
                </a:lnTo>
                <a:cubicBezTo>
                  <a:pt x="3705225" y="2215776"/>
                  <a:pt x="3654051" y="2266950"/>
                  <a:pt x="35909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2" name="Shape 39"/>
          <p:cNvSpPr/>
          <p:nvPr/>
        </p:nvSpPr>
        <p:spPr>
          <a:xfrm>
            <a:off x="4241750" y="4000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3" name="Shape 40"/>
          <p:cNvSpPr/>
          <p:nvPr/>
        </p:nvSpPr>
        <p:spPr>
          <a:xfrm>
            <a:off x="4394150" y="4171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Shape 41"/>
          <p:cNvSpPr/>
          <p:nvPr/>
        </p:nvSpPr>
        <p:spPr>
          <a:xfrm>
            <a:off x="4508450" y="428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Text 42"/>
          <p:cNvSpPr/>
          <p:nvPr/>
        </p:nvSpPr>
        <p:spPr>
          <a:xfrm>
            <a:off x="4889450" y="42291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&amp; Governance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407247" y="4705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4"/>
          <p:cNvSpPr/>
          <p:nvPr/>
        </p:nvSpPr>
        <p:spPr>
          <a:xfrm>
            <a:off x="4614788" y="4667250"/>
            <a:ext cx="3248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Student, Teacher, Parent, Admin, Counselor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421535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Text 46"/>
          <p:cNvSpPr/>
          <p:nvPr/>
        </p:nvSpPr>
        <p:spPr>
          <a:xfrm>
            <a:off x="4637038" y="51244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activity logging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421535" y="5429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8"/>
          <p:cNvSpPr/>
          <p:nvPr/>
        </p:nvSpPr>
        <p:spPr>
          <a:xfrm>
            <a:off x="4637038" y="5391150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UAE Data Protection Law compliance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421535" y="5695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Text 50"/>
          <p:cNvSpPr/>
          <p:nvPr/>
        </p:nvSpPr>
        <p:spPr>
          <a:xfrm>
            <a:off x="4637038" y="565785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Inspection-ready documentation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102575" y="4000500"/>
            <a:ext cx="3705225" cy="2266950"/>
          </a:xfrm>
          <a:custGeom>
            <a:avLst/>
            <a:gdLst/>
            <a:ahLst/>
            <a:cxnLst/>
            <a:rect l="l" t="t" r="r" b="b"/>
            <a:pathLst>
              <a:path w="3705225" h="2266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152650"/>
                </a:lnTo>
                <a:cubicBezTo>
                  <a:pt x="3705225" y="2215776"/>
                  <a:pt x="3654051" y="2266950"/>
                  <a:pt x="3590925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5" name="Shape 52"/>
          <p:cNvSpPr/>
          <p:nvPr/>
        </p:nvSpPr>
        <p:spPr>
          <a:xfrm>
            <a:off x="8102575" y="4000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6" name="Shape 53"/>
          <p:cNvSpPr/>
          <p:nvPr/>
        </p:nvSpPr>
        <p:spPr>
          <a:xfrm>
            <a:off x="8254975" y="4171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Shape 54"/>
          <p:cNvSpPr/>
          <p:nvPr/>
        </p:nvSpPr>
        <p:spPr>
          <a:xfrm>
            <a:off x="8359750" y="4286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8" name="Text 55"/>
          <p:cNvSpPr/>
          <p:nvPr/>
        </p:nvSpPr>
        <p:spPr>
          <a:xfrm>
            <a:off x="8750275" y="422910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Optimization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268072" y="4705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0" name="Text 57"/>
          <p:cNvSpPr/>
          <p:nvPr/>
        </p:nvSpPr>
        <p:spPr>
          <a:xfrm>
            <a:off x="8474869" y="4667250"/>
            <a:ext cx="3248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Utilization: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Productivity insights and workload balancing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282360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2" name="Text 59"/>
          <p:cNvSpPr/>
          <p:nvPr/>
        </p:nvSpPr>
        <p:spPr>
          <a:xfrm>
            <a:off x="8497863" y="512445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Facility Management: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Space utilization analytics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282360" y="5429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4" name="Text 61"/>
          <p:cNvSpPr/>
          <p:nvPr/>
        </p:nvSpPr>
        <p:spPr>
          <a:xfrm>
            <a:off x="8497863" y="53911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Forecasting: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AI-driven financial projections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282360" y="5695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6" name="Text 63"/>
          <p:cNvSpPr/>
          <p:nvPr/>
        </p:nvSpPr>
        <p:spPr>
          <a:xfrm>
            <a:off x="8497863" y="565785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Reports: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Self-service analytics builder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54" y="318954"/>
            <a:ext cx="11609910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b="1" kern="0" spc="88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ENABLERS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954" y="510326"/>
            <a:ext cx="11697622" cy="31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Capabilities: Transforming Educational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954" y="972808"/>
            <a:ext cx="3763652" cy="2168884"/>
          </a:xfrm>
          <a:custGeom>
            <a:avLst/>
            <a:gdLst/>
            <a:ahLst/>
            <a:cxnLst/>
            <a:rect l="l" t="t" r="r" b="b"/>
            <a:pathLst>
              <a:path w="3763652" h="2168884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2073193"/>
                </a:lnTo>
                <a:cubicBezTo>
                  <a:pt x="3763652" y="2126042"/>
                  <a:pt x="3720810" y="2168884"/>
                  <a:pt x="3667961" y="2168884"/>
                </a:cubicBezTo>
                <a:lnTo>
                  <a:pt x="95691" y="2168884"/>
                </a:lnTo>
                <a:cubicBezTo>
                  <a:pt x="42842" y="2168884"/>
                  <a:pt x="0" y="2126042"/>
                  <a:pt x="0" y="2073193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18954" y="972808"/>
            <a:ext cx="3763652" cy="31895"/>
          </a:xfrm>
          <a:custGeom>
            <a:avLst/>
            <a:gdLst/>
            <a:ahLst/>
            <a:cxnLst/>
            <a:rect l="l" t="t" r="r" b="b"/>
            <a:pathLst>
              <a:path w="3763652" h="31895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446535" y="1116337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558169" y="1227971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37377" y="17443"/>
                </a:moveTo>
                <a:cubicBezTo>
                  <a:pt x="37377" y="7818"/>
                  <a:pt x="45195" y="0"/>
                  <a:pt x="54820" y="0"/>
                </a:cubicBezTo>
                <a:lnTo>
                  <a:pt x="62296" y="0"/>
                </a:lnTo>
                <a:cubicBezTo>
                  <a:pt x="67809" y="0"/>
                  <a:pt x="72263" y="4454"/>
                  <a:pt x="72263" y="9967"/>
                </a:cubicBezTo>
                <a:lnTo>
                  <a:pt x="72263" y="149509"/>
                </a:lnTo>
                <a:cubicBezTo>
                  <a:pt x="72263" y="155023"/>
                  <a:pt x="67809" y="159477"/>
                  <a:pt x="62296" y="159477"/>
                </a:cubicBezTo>
                <a:lnTo>
                  <a:pt x="52328" y="159477"/>
                </a:lnTo>
                <a:cubicBezTo>
                  <a:pt x="43046" y="159477"/>
                  <a:pt x="35228" y="153123"/>
                  <a:pt x="33017" y="144526"/>
                </a:cubicBezTo>
                <a:cubicBezTo>
                  <a:pt x="32799" y="144526"/>
                  <a:pt x="32612" y="144526"/>
                  <a:pt x="32394" y="144526"/>
                </a:cubicBezTo>
                <a:cubicBezTo>
                  <a:pt x="18626" y="144526"/>
                  <a:pt x="7475" y="133375"/>
                  <a:pt x="7475" y="119608"/>
                </a:cubicBezTo>
                <a:cubicBezTo>
                  <a:pt x="7475" y="114001"/>
                  <a:pt x="9344" y="108830"/>
                  <a:pt x="12459" y="104657"/>
                </a:cubicBezTo>
                <a:cubicBezTo>
                  <a:pt x="6416" y="100109"/>
                  <a:pt x="2492" y="92883"/>
                  <a:pt x="2492" y="84722"/>
                </a:cubicBezTo>
                <a:cubicBezTo>
                  <a:pt x="2492" y="75097"/>
                  <a:pt x="7974" y="66719"/>
                  <a:pt x="15948" y="62576"/>
                </a:cubicBezTo>
                <a:cubicBezTo>
                  <a:pt x="13736" y="58838"/>
                  <a:pt x="12459" y="54478"/>
                  <a:pt x="12459" y="49836"/>
                </a:cubicBezTo>
                <a:cubicBezTo>
                  <a:pt x="12459" y="36069"/>
                  <a:pt x="23610" y="24918"/>
                  <a:pt x="37377" y="24918"/>
                </a:cubicBezTo>
                <a:lnTo>
                  <a:pt x="37377" y="17443"/>
                </a:lnTo>
                <a:close/>
                <a:moveTo>
                  <a:pt x="122099" y="17443"/>
                </a:moveTo>
                <a:lnTo>
                  <a:pt x="122099" y="24918"/>
                </a:lnTo>
                <a:cubicBezTo>
                  <a:pt x="135867" y="24918"/>
                  <a:pt x="147018" y="36069"/>
                  <a:pt x="147018" y="49836"/>
                </a:cubicBezTo>
                <a:cubicBezTo>
                  <a:pt x="147018" y="54509"/>
                  <a:pt x="145741" y="58869"/>
                  <a:pt x="143529" y="62576"/>
                </a:cubicBezTo>
                <a:cubicBezTo>
                  <a:pt x="151534" y="66719"/>
                  <a:pt x="156985" y="75066"/>
                  <a:pt x="156985" y="84722"/>
                </a:cubicBezTo>
                <a:cubicBezTo>
                  <a:pt x="156985" y="92883"/>
                  <a:pt x="153060" y="100109"/>
                  <a:pt x="147018" y="104657"/>
                </a:cubicBezTo>
                <a:cubicBezTo>
                  <a:pt x="150132" y="108830"/>
                  <a:pt x="152001" y="114001"/>
                  <a:pt x="152001" y="119608"/>
                </a:cubicBezTo>
                <a:cubicBezTo>
                  <a:pt x="152001" y="133375"/>
                  <a:pt x="140850" y="144526"/>
                  <a:pt x="127083" y="144526"/>
                </a:cubicBezTo>
                <a:cubicBezTo>
                  <a:pt x="126865" y="144526"/>
                  <a:pt x="126678" y="144526"/>
                  <a:pt x="126460" y="144526"/>
                </a:cubicBezTo>
                <a:cubicBezTo>
                  <a:pt x="124249" y="153123"/>
                  <a:pt x="116431" y="159477"/>
                  <a:pt x="107148" y="159477"/>
                </a:cubicBezTo>
                <a:lnTo>
                  <a:pt x="97181" y="159477"/>
                </a:lnTo>
                <a:cubicBezTo>
                  <a:pt x="91668" y="159477"/>
                  <a:pt x="87214" y="155023"/>
                  <a:pt x="87214" y="149509"/>
                </a:cubicBezTo>
                <a:lnTo>
                  <a:pt x="87214" y="9967"/>
                </a:lnTo>
                <a:cubicBezTo>
                  <a:pt x="87214" y="4454"/>
                  <a:pt x="91668" y="0"/>
                  <a:pt x="97181" y="0"/>
                </a:cubicBezTo>
                <a:lnTo>
                  <a:pt x="104657" y="0"/>
                </a:lnTo>
                <a:cubicBezTo>
                  <a:pt x="114281" y="0"/>
                  <a:pt x="122099" y="7818"/>
                  <a:pt x="122099" y="17443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24965" y="1196076"/>
            <a:ext cx="1323657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6535" y="1594768"/>
            <a:ext cx="3572280" cy="62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algorithms analyze historical academic data, attendance patterns, and behavioral indicators to forecast performance trajectories with high accuracy.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6535" y="2312413"/>
            <a:ext cx="3508489" cy="701698"/>
          </a:xfrm>
          <a:custGeom>
            <a:avLst/>
            <a:gdLst/>
            <a:ahLst/>
            <a:cxnLst/>
            <a:rect l="l" t="t" r="r" b="b"/>
            <a:pathLst>
              <a:path w="3508489" h="701698">
                <a:moveTo>
                  <a:pt x="63791" y="0"/>
                </a:moveTo>
                <a:lnTo>
                  <a:pt x="3444698" y="0"/>
                </a:lnTo>
                <a:cubicBezTo>
                  <a:pt x="3479929" y="0"/>
                  <a:pt x="3508489" y="28560"/>
                  <a:pt x="3508489" y="63791"/>
                </a:cubicBezTo>
                <a:lnTo>
                  <a:pt x="3508489" y="637906"/>
                </a:lnTo>
                <a:cubicBezTo>
                  <a:pt x="3508489" y="673137"/>
                  <a:pt x="3479929" y="701698"/>
                  <a:pt x="3444698" y="701698"/>
                </a:cubicBezTo>
                <a:lnTo>
                  <a:pt x="63791" y="701698"/>
                </a:lnTo>
                <a:cubicBezTo>
                  <a:pt x="28560" y="701698"/>
                  <a:pt x="0" y="673137"/>
                  <a:pt x="0" y="637906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42221" y="2439995"/>
            <a:ext cx="861175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 Prediction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8165" y="2408099"/>
            <a:ext cx="34287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221" y="2727053"/>
            <a:ext cx="901044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Identification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1903" y="2695158"/>
            <a:ext cx="34287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12492" y="972808"/>
            <a:ext cx="3763652" cy="2168884"/>
          </a:xfrm>
          <a:custGeom>
            <a:avLst/>
            <a:gdLst/>
            <a:ahLst/>
            <a:cxnLst/>
            <a:rect l="l" t="t" r="r" b="b"/>
            <a:pathLst>
              <a:path w="3763652" h="2168884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2073193"/>
                </a:lnTo>
                <a:cubicBezTo>
                  <a:pt x="3763652" y="2126042"/>
                  <a:pt x="3720810" y="2168884"/>
                  <a:pt x="3667961" y="2168884"/>
                </a:cubicBezTo>
                <a:lnTo>
                  <a:pt x="95691" y="2168884"/>
                </a:lnTo>
                <a:cubicBezTo>
                  <a:pt x="42842" y="2168884"/>
                  <a:pt x="0" y="2126042"/>
                  <a:pt x="0" y="2073193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4212492" y="972808"/>
            <a:ext cx="3763652" cy="31895"/>
          </a:xfrm>
          <a:custGeom>
            <a:avLst/>
            <a:gdLst/>
            <a:ahLst/>
            <a:cxnLst/>
            <a:rect l="l" t="t" r="r" b="b"/>
            <a:pathLst>
              <a:path w="3763652" h="31895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4340073" y="1116337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4441740" y="1227971"/>
            <a:ext cx="179411" cy="159477"/>
          </a:xfrm>
          <a:custGeom>
            <a:avLst/>
            <a:gdLst/>
            <a:ahLst/>
            <a:cxnLst/>
            <a:rect l="l" t="t" r="r" b="b"/>
            <a:pathLst>
              <a:path w="179411" h="159477">
                <a:moveTo>
                  <a:pt x="119608" y="44853"/>
                </a:moveTo>
                <a:cubicBezTo>
                  <a:pt x="119608" y="75129"/>
                  <a:pt x="92820" y="99673"/>
                  <a:pt x="59804" y="99673"/>
                </a:cubicBezTo>
                <a:cubicBezTo>
                  <a:pt x="51487" y="99673"/>
                  <a:pt x="43576" y="98116"/>
                  <a:pt x="36381" y="95312"/>
                </a:cubicBezTo>
                <a:lnTo>
                  <a:pt x="10964" y="108768"/>
                </a:lnTo>
                <a:cubicBezTo>
                  <a:pt x="8067" y="110294"/>
                  <a:pt x="4516" y="109765"/>
                  <a:pt x="2180" y="107460"/>
                </a:cubicBezTo>
                <a:cubicBezTo>
                  <a:pt x="-156" y="105155"/>
                  <a:pt x="-685" y="101573"/>
                  <a:pt x="872" y="98676"/>
                </a:cubicBezTo>
                <a:lnTo>
                  <a:pt x="11961" y="77745"/>
                </a:lnTo>
                <a:cubicBezTo>
                  <a:pt x="4454" y="68587"/>
                  <a:pt x="0" y="57187"/>
                  <a:pt x="0" y="44853"/>
                </a:cubicBezTo>
                <a:cubicBezTo>
                  <a:pt x="0" y="14577"/>
                  <a:pt x="26787" y="-9967"/>
                  <a:pt x="59804" y="-9967"/>
                </a:cubicBezTo>
                <a:cubicBezTo>
                  <a:pt x="92820" y="-9967"/>
                  <a:pt x="119608" y="14577"/>
                  <a:pt x="119608" y="44853"/>
                </a:cubicBezTo>
                <a:close/>
                <a:moveTo>
                  <a:pt x="119608" y="159477"/>
                </a:moveTo>
                <a:cubicBezTo>
                  <a:pt x="90297" y="159477"/>
                  <a:pt x="65909" y="140134"/>
                  <a:pt x="60801" y="114624"/>
                </a:cubicBezTo>
                <a:cubicBezTo>
                  <a:pt x="98178" y="114157"/>
                  <a:pt x="130665" y="87556"/>
                  <a:pt x="134247" y="51487"/>
                </a:cubicBezTo>
                <a:cubicBezTo>
                  <a:pt x="160193" y="57468"/>
                  <a:pt x="179411" y="78991"/>
                  <a:pt x="179411" y="104657"/>
                </a:cubicBezTo>
                <a:cubicBezTo>
                  <a:pt x="179411" y="116991"/>
                  <a:pt x="174957" y="128391"/>
                  <a:pt x="167451" y="137549"/>
                </a:cubicBezTo>
                <a:lnTo>
                  <a:pt x="178539" y="158480"/>
                </a:lnTo>
                <a:cubicBezTo>
                  <a:pt x="180065" y="161377"/>
                  <a:pt x="179536" y="164928"/>
                  <a:pt x="177231" y="167264"/>
                </a:cubicBezTo>
                <a:cubicBezTo>
                  <a:pt x="174926" y="169600"/>
                  <a:pt x="171344" y="170129"/>
                  <a:pt x="168447" y="168572"/>
                </a:cubicBezTo>
                <a:lnTo>
                  <a:pt x="143031" y="155116"/>
                </a:lnTo>
                <a:cubicBezTo>
                  <a:pt x="135836" y="157919"/>
                  <a:pt x="127924" y="159477"/>
                  <a:pt x="119608" y="159477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4818504" y="1196076"/>
            <a:ext cx="192169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0073" y="1594768"/>
            <a:ext cx="3572280" cy="62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generation of comprehensive student progress reports, performance commentaries, and parent communications in natural, contextual language.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56021" y="2336335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543406" y="2312413"/>
            <a:ext cx="84522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reports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56021" y="2527707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4543406" y="2503785"/>
            <a:ext cx="781436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updates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56021" y="2719079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543406" y="2695158"/>
            <a:ext cx="73359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notes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06093" y="972808"/>
            <a:ext cx="3763652" cy="2168884"/>
          </a:xfrm>
          <a:custGeom>
            <a:avLst/>
            <a:gdLst/>
            <a:ahLst/>
            <a:cxnLst/>
            <a:rect l="l" t="t" r="r" b="b"/>
            <a:pathLst>
              <a:path w="3763652" h="2168884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2073193"/>
                </a:lnTo>
                <a:cubicBezTo>
                  <a:pt x="3763652" y="2126042"/>
                  <a:pt x="3720810" y="2168884"/>
                  <a:pt x="3667961" y="2168884"/>
                </a:cubicBezTo>
                <a:lnTo>
                  <a:pt x="95691" y="2168884"/>
                </a:lnTo>
                <a:cubicBezTo>
                  <a:pt x="42842" y="2168884"/>
                  <a:pt x="0" y="2126042"/>
                  <a:pt x="0" y="2073193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hape 26"/>
          <p:cNvSpPr/>
          <p:nvPr/>
        </p:nvSpPr>
        <p:spPr>
          <a:xfrm>
            <a:off x="8106093" y="972808"/>
            <a:ext cx="3763652" cy="31895"/>
          </a:xfrm>
          <a:custGeom>
            <a:avLst/>
            <a:gdLst/>
            <a:ahLst/>
            <a:cxnLst/>
            <a:rect l="l" t="t" r="r" b="b"/>
            <a:pathLst>
              <a:path w="3763652" h="31895">
                <a:moveTo>
                  <a:pt x="31895" y="0"/>
                </a:moveTo>
                <a:lnTo>
                  <a:pt x="3731757" y="0"/>
                </a:lnTo>
                <a:cubicBezTo>
                  <a:pt x="3749372" y="0"/>
                  <a:pt x="3763652" y="14280"/>
                  <a:pt x="3763652" y="31895"/>
                </a:cubicBezTo>
                <a:lnTo>
                  <a:pt x="3763652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8233674" y="1116337"/>
            <a:ext cx="382744" cy="382744"/>
          </a:xfrm>
          <a:custGeom>
            <a:avLst/>
            <a:gdLst/>
            <a:ahLst/>
            <a:cxnLst/>
            <a:rect l="l" t="t" r="r" b="b"/>
            <a:pathLst>
              <a:path w="382744" h="382744">
                <a:moveTo>
                  <a:pt x="191372" y="0"/>
                </a:moveTo>
                <a:lnTo>
                  <a:pt x="191372" y="0"/>
                </a:lnTo>
                <a:cubicBezTo>
                  <a:pt x="296993" y="0"/>
                  <a:pt x="382744" y="85751"/>
                  <a:pt x="382744" y="191372"/>
                </a:cubicBezTo>
                <a:lnTo>
                  <a:pt x="382744" y="191372"/>
                </a:lnTo>
                <a:cubicBezTo>
                  <a:pt x="382744" y="296993"/>
                  <a:pt x="296993" y="382744"/>
                  <a:pt x="191372" y="382744"/>
                </a:cubicBezTo>
                <a:lnTo>
                  <a:pt x="191372" y="382744"/>
                </a:lnTo>
                <a:cubicBezTo>
                  <a:pt x="85751" y="382744"/>
                  <a:pt x="0" y="296993"/>
                  <a:pt x="0" y="191372"/>
                </a:cubicBezTo>
                <a:lnTo>
                  <a:pt x="0" y="191372"/>
                </a:lnTo>
                <a:cubicBezTo>
                  <a:pt x="0" y="85751"/>
                  <a:pt x="85751" y="0"/>
                  <a:pt x="191372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8345308" y="1227971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59477" y="29902"/>
                </a:moveTo>
                <a:cubicBezTo>
                  <a:pt x="159477" y="45538"/>
                  <a:pt x="141068" y="68868"/>
                  <a:pt x="133126" y="78181"/>
                </a:cubicBezTo>
                <a:cubicBezTo>
                  <a:pt x="131942" y="79552"/>
                  <a:pt x="130198" y="80081"/>
                  <a:pt x="128609" y="79738"/>
                </a:cubicBezTo>
                <a:lnTo>
                  <a:pt x="99673" y="79738"/>
                </a:lnTo>
                <a:cubicBezTo>
                  <a:pt x="94160" y="79738"/>
                  <a:pt x="89706" y="84193"/>
                  <a:pt x="89706" y="89706"/>
                </a:cubicBezTo>
                <a:cubicBezTo>
                  <a:pt x="89706" y="95219"/>
                  <a:pt x="94160" y="99673"/>
                  <a:pt x="99673" y="99673"/>
                </a:cubicBezTo>
                <a:lnTo>
                  <a:pt x="129575" y="99673"/>
                </a:lnTo>
                <a:cubicBezTo>
                  <a:pt x="146083" y="99673"/>
                  <a:pt x="159477" y="113067"/>
                  <a:pt x="159477" y="129575"/>
                </a:cubicBezTo>
                <a:cubicBezTo>
                  <a:pt x="159477" y="146083"/>
                  <a:pt x="146083" y="159477"/>
                  <a:pt x="129575" y="159477"/>
                </a:cubicBezTo>
                <a:lnTo>
                  <a:pt x="43482" y="159477"/>
                </a:lnTo>
                <a:cubicBezTo>
                  <a:pt x="46192" y="156393"/>
                  <a:pt x="49494" y="152437"/>
                  <a:pt x="52827" y="148014"/>
                </a:cubicBezTo>
                <a:cubicBezTo>
                  <a:pt x="54789" y="145398"/>
                  <a:pt x="56814" y="142532"/>
                  <a:pt x="58745" y="139542"/>
                </a:cubicBezTo>
                <a:lnTo>
                  <a:pt x="129575" y="139542"/>
                </a:lnTo>
                <a:cubicBezTo>
                  <a:pt x="135088" y="139542"/>
                  <a:pt x="139542" y="135088"/>
                  <a:pt x="139542" y="129575"/>
                </a:cubicBezTo>
                <a:cubicBezTo>
                  <a:pt x="139542" y="124062"/>
                  <a:pt x="135088" y="119608"/>
                  <a:pt x="129575" y="119608"/>
                </a:cubicBezTo>
                <a:lnTo>
                  <a:pt x="99673" y="119608"/>
                </a:lnTo>
                <a:cubicBezTo>
                  <a:pt x="83165" y="119608"/>
                  <a:pt x="69771" y="106214"/>
                  <a:pt x="69771" y="89706"/>
                </a:cubicBezTo>
                <a:cubicBezTo>
                  <a:pt x="69771" y="73197"/>
                  <a:pt x="83165" y="59804"/>
                  <a:pt x="99673" y="59804"/>
                </a:cubicBezTo>
                <a:lnTo>
                  <a:pt x="112070" y="59804"/>
                </a:lnTo>
                <a:cubicBezTo>
                  <a:pt x="105529" y="49992"/>
                  <a:pt x="99673" y="38717"/>
                  <a:pt x="99673" y="29902"/>
                </a:cubicBezTo>
                <a:cubicBezTo>
                  <a:pt x="99673" y="13394"/>
                  <a:pt x="113067" y="0"/>
                  <a:pt x="129575" y="0"/>
                </a:cubicBezTo>
                <a:cubicBezTo>
                  <a:pt x="146083" y="0"/>
                  <a:pt x="159477" y="13394"/>
                  <a:pt x="159477" y="29902"/>
                </a:cubicBezTo>
                <a:close/>
                <a:moveTo>
                  <a:pt x="36474" y="152344"/>
                </a:moveTo>
                <a:cubicBezTo>
                  <a:pt x="35290" y="153683"/>
                  <a:pt x="34231" y="154867"/>
                  <a:pt x="33328" y="155864"/>
                </a:cubicBezTo>
                <a:lnTo>
                  <a:pt x="32767" y="156487"/>
                </a:lnTo>
                <a:lnTo>
                  <a:pt x="32705" y="156424"/>
                </a:lnTo>
                <a:cubicBezTo>
                  <a:pt x="30836" y="157857"/>
                  <a:pt x="28158" y="157670"/>
                  <a:pt x="26476" y="155864"/>
                </a:cubicBezTo>
                <a:cubicBezTo>
                  <a:pt x="18626" y="147329"/>
                  <a:pt x="0" y="125370"/>
                  <a:pt x="0" y="109640"/>
                </a:cubicBezTo>
                <a:cubicBezTo>
                  <a:pt x="0" y="93132"/>
                  <a:pt x="13394" y="79738"/>
                  <a:pt x="29902" y="79738"/>
                </a:cubicBezTo>
                <a:cubicBezTo>
                  <a:pt x="46410" y="79738"/>
                  <a:pt x="59804" y="93132"/>
                  <a:pt x="59804" y="109640"/>
                </a:cubicBezTo>
                <a:cubicBezTo>
                  <a:pt x="59804" y="118985"/>
                  <a:pt x="53232" y="130509"/>
                  <a:pt x="46254" y="140134"/>
                </a:cubicBezTo>
                <a:cubicBezTo>
                  <a:pt x="42922" y="144713"/>
                  <a:pt x="39495" y="148855"/>
                  <a:pt x="36661" y="152126"/>
                </a:cubicBezTo>
                <a:lnTo>
                  <a:pt x="36474" y="152344"/>
                </a:lnTo>
                <a:close/>
                <a:moveTo>
                  <a:pt x="39869" y="109640"/>
                </a:moveTo>
                <a:cubicBezTo>
                  <a:pt x="39869" y="104139"/>
                  <a:pt x="35403" y="99673"/>
                  <a:pt x="29902" y="99673"/>
                </a:cubicBezTo>
                <a:cubicBezTo>
                  <a:pt x="24401" y="99673"/>
                  <a:pt x="19935" y="104139"/>
                  <a:pt x="19935" y="109640"/>
                </a:cubicBezTo>
                <a:cubicBezTo>
                  <a:pt x="19935" y="115141"/>
                  <a:pt x="24401" y="119608"/>
                  <a:pt x="29902" y="119608"/>
                </a:cubicBezTo>
                <a:cubicBezTo>
                  <a:pt x="35403" y="119608"/>
                  <a:pt x="39869" y="115141"/>
                  <a:pt x="39869" y="109640"/>
                </a:cubicBezTo>
                <a:close/>
                <a:moveTo>
                  <a:pt x="129575" y="39869"/>
                </a:moveTo>
                <a:cubicBezTo>
                  <a:pt x="135076" y="39869"/>
                  <a:pt x="139542" y="35403"/>
                  <a:pt x="139542" y="29902"/>
                </a:cubicBezTo>
                <a:cubicBezTo>
                  <a:pt x="139542" y="24401"/>
                  <a:pt x="135076" y="19935"/>
                  <a:pt x="129575" y="19935"/>
                </a:cubicBezTo>
                <a:cubicBezTo>
                  <a:pt x="124074" y="19935"/>
                  <a:pt x="119608" y="24401"/>
                  <a:pt x="119608" y="29902"/>
                </a:cubicBezTo>
                <a:cubicBezTo>
                  <a:pt x="119608" y="35403"/>
                  <a:pt x="124074" y="39869"/>
                  <a:pt x="129575" y="39869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8712104" y="1196076"/>
            <a:ext cx="1722349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Engines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33674" y="1594768"/>
            <a:ext cx="3572280" cy="62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 systems that suggest optimal learning resources, study strategies, extracurricular activities, and career pathways.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9622" y="2336335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8437007" y="2312413"/>
            <a:ext cx="757515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paths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9622" y="2527707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8437007" y="2503785"/>
            <a:ext cx="558169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9622" y="2719079"/>
            <a:ext cx="111634" cy="111634"/>
          </a:xfrm>
          <a:custGeom>
            <a:avLst/>
            <a:gdLst/>
            <a:ahLst/>
            <a:cxnLst/>
            <a:rect l="l" t="t" r="r" b="b"/>
            <a:pathLst>
              <a:path w="111634" h="111634">
                <a:moveTo>
                  <a:pt x="55817" y="111634"/>
                </a:moveTo>
                <a:cubicBezTo>
                  <a:pt x="86623" y="111634"/>
                  <a:pt x="111634" y="86623"/>
                  <a:pt x="111634" y="55817"/>
                </a:cubicBezTo>
                <a:cubicBezTo>
                  <a:pt x="111634" y="25011"/>
                  <a:pt x="86623" y="0"/>
                  <a:pt x="55817" y="0"/>
                </a:cubicBezTo>
                <a:cubicBezTo>
                  <a:pt x="25011" y="0"/>
                  <a:pt x="0" y="25011"/>
                  <a:pt x="0" y="55817"/>
                </a:cubicBezTo>
                <a:cubicBezTo>
                  <a:pt x="0" y="86623"/>
                  <a:pt x="25011" y="111634"/>
                  <a:pt x="55817" y="111634"/>
                </a:cubicBezTo>
                <a:close/>
                <a:moveTo>
                  <a:pt x="74219" y="46376"/>
                </a:moveTo>
                <a:lnTo>
                  <a:pt x="56776" y="74284"/>
                </a:lnTo>
                <a:cubicBezTo>
                  <a:pt x="55860" y="75745"/>
                  <a:pt x="54291" y="76661"/>
                  <a:pt x="52568" y="76748"/>
                </a:cubicBezTo>
                <a:cubicBezTo>
                  <a:pt x="50846" y="76835"/>
                  <a:pt x="49189" y="76050"/>
                  <a:pt x="48164" y="74655"/>
                </a:cubicBezTo>
                <a:lnTo>
                  <a:pt x="37698" y="60701"/>
                </a:lnTo>
                <a:cubicBezTo>
                  <a:pt x="35954" y="58390"/>
                  <a:pt x="36434" y="55119"/>
                  <a:pt x="38745" y="53375"/>
                </a:cubicBezTo>
                <a:cubicBezTo>
                  <a:pt x="41056" y="51631"/>
                  <a:pt x="44326" y="52110"/>
                  <a:pt x="46071" y="54421"/>
                </a:cubicBezTo>
                <a:lnTo>
                  <a:pt x="51958" y="62271"/>
                </a:lnTo>
                <a:lnTo>
                  <a:pt x="65345" y="40838"/>
                </a:lnTo>
                <a:cubicBezTo>
                  <a:pt x="66871" y="38396"/>
                  <a:pt x="70098" y="37633"/>
                  <a:pt x="72562" y="39181"/>
                </a:cubicBezTo>
                <a:cubicBezTo>
                  <a:pt x="75026" y="40729"/>
                  <a:pt x="75767" y="43934"/>
                  <a:pt x="74219" y="46398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8437007" y="2695158"/>
            <a:ext cx="84522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guidance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18954" y="3269274"/>
            <a:ext cx="5709269" cy="2232675"/>
          </a:xfrm>
          <a:custGeom>
            <a:avLst/>
            <a:gdLst/>
            <a:ahLst/>
            <a:cxnLst/>
            <a:rect l="l" t="t" r="r" b="b"/>
            <a:pathLst>
              <a:path w="5709269" h="2232675">
                <a:moveTo>
                  <a:pt x="95692" y="0"/>
                </a:moveTo>
                <a:lnTo>
                  <a:pt x="5613576" y="0"/>
                </a:lnTo>
                <a:cubicBezTo>
                  <a:pt x="5666426" y="0"/>
                  <a:pt x="5709269" y="42843"/>
                  <a:pt x="5709269" y="95692"/>
                </a:cubicBezTo>
                <a:lnTo>
                  <a:pt x="5709269" y="2136983"/>
                </a:lnTo>
                <a:cubicBezTo>
                  <a:pt x="5709269" y="2189832"/>
                  <a:pt x="5666426" y="2232675"/>
                  <a:pt x="5613576" y="2232675"/>
                </a:cubicBezTo>
                <a:lnTo>
                  <a:pt x="95692" y="2232675"/>
                </a:lnTo>
                <a:cubicBezTo>
                  <a:pt x="42843" y="2232675"/>
                  <a:pt x="0" y="2189832"/>
                  <a:pt x="0" y="2136983"/>
                </a:cubicBezTo>
                <a:lnTo>
                  <a:pt x="0" y="95692"/>
                </a:lnTo>
                <a:cubicBezTo>
                  <a:pt x="0" y="42843"/>
                  <a:pt x="42843" y="0"/>
                  <a:pt x="956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466470" y="3428751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24124" y="3800"/>
                </a:moveTo>
                <a:lnTo>
                  <a:pt x="96652" y="31272"/>
                </a:lnTo>
                <a:lnTo>
                  <a:pt x="128204" y="62825"/>
                </a:lnTo>
                <a:lnTo>
                  <a:pt x="155677" y="35353"/>
                </a:lnTo>
                <a:cubicBezTo>
                  <a:pt x="158106" y="32892"/>
                  <a:pt x="159477" y="29590"/>
                  <a:pt x="159477" y="26164"/>
                </a:cubicBezTo>
                <a:cubicBezTo>
                  <a:pt x="159477" y="22738"/>
                  <a:pt x="158106" y="19436"/>
                  <a:pt x="155677" y="16976"/>
                </a:cubicBezTo>
                <a:lnTo>
                  <a:pt x="142501" y="3800"/>
                </a:lnTo>
                <a:cubicBezTo>
                  <a:pt x="140041" y="1371"/>
                  <a:pt x="136739" y="0"/>
                  <a:pt x="133313" y="0"/>
                </a:cubicBezTo>
                <a:cubicBezTo>
                  <a:pt x="129886" y="0"/>
                  <a:pt x="126585" y="1371"/>
                  <a:pt x="124124" y="3800"/>
                </a:cubicBezTo>
                <a:close/>
                <a:moveTo>
                  <a:pt x="86093" y="41832"/>
                </a:moveTo>
                <a:lnTo>
                  <a:pt x="3800" y="124124"/>
                </a:lnTo>
                <a:cubicBezTo>
                  <a:pt x="1371" y="126585"/>
                  <a:pt x="0" y="129886"/>
                  <a:pt x="0" y="133313"/>
                </a:cubicBezTo>
                <a:cubicBezTo>
                  <a:pt x="0" y="136739"/>
                  <a:pt x="1371" y="140041"/>
                  <a:pt x="3800" y="142501"/>
                </a:cubicBezTo>
                <a:lnTo>
                  <a:pt x="16976" y="155677"/>
                </a:lnTo>
                <a:cubicBezTo>
                  <a:pt x="19436" y="158106"/>
                  <a:pt x="22738" y="159477"/>
                  <a:pt x="26164" y="159477"/>
                </a:cubicBezTo>
                <a:cubicBezTo>
                  <a:pt x="29590" y="159477"/>
                  <a:pt x="32892" y="158106"/>
                  <a:pt x="35353" y="155677"/>
                </a:cubicBezTo>
                <a:lnTo>
                  <a:pt x="117645" y="73384"/>
                </a:lnTo>
                <a:lnTo>
                  <a:pt x="86093" y="41832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645881" y="3396855"/>
            <a:ext cx="533449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Content Generation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6535" y="3715809"/>
            <a:ext cx="5517897" cy="41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generative AI to automatically create lesson plans, differentiated worksheets, assessment questions, project ideas, and learning activities aligned with curriculum standards.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6535" y="4226135"/>
            <a:ext cx="2695158" cy="478430"/>
          </a:xfrm>
          <a:custGeom>
            <a:avLst/>
            <a:gdLst/>
            <a:ahLst/>
            <a:cxnLst/>
            <a:rect l="l" t="t" r="r" b="b"/>
            <a:pathLst>
              <a:path w="2695158" h="478430">
                <a:moveTo>
                  <a:pt x="63789" y="0"/>
                </a:moveTo>
                <a:lnTo>
                  <a:pt x="2631369" y="0"/>
                </a:lnTo>
                <a:cubicBezTo>
                  <a:pt x="2666598" y="0"/>
                  <a:pt x="2695158" y="28559"/>
                  <a:pt x="2695158" y="63789"/>
                </a:cubicBezTo>
                <a:lnTo>
                  <a:pt x="2695158" y="414641"/>
                </a:lnTo>
                <a:cubicBezTo>
                  <a:pt x="2695158" y="449871"/>
                  <a:pt x="2666598" y="478430"/>
                  <a:pt x="2631369" y="478430"/>
                </a:cubicBezTo>
                <a:lnTo>
                  <a:pt x="63789" y="478430"/>
                </a:lnTo>
                <a:cubicBezTo>
                  <a:pt x="28559" y="478430"/>
                  <a:pt x="0" y="449871"/>
                  <a:pt x="0" y="414641"/>
                </a:cubicBezTo>
                <a:lnTo>
                  <a:pt x="0" y="63789"/>
                </a:lnTo>
                <a:cubicBezTo>
                  <a:pt x="0" y="28583"/>
                  <a:pt x="28583" y="0"/>
                  <a:pt x="6378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Shape 42"/>
          <p:cNvSpPr/>
          <p:nvPr/>
        </p:nvSpPr>
        <p:spPr>
          <a:xfrm>
            <a:off x="1743156" y="4305873"/>
            <a:ext cx="107647" cy="143529"/>
          </a:xfrm>
          <a:custGeom>
            <a:avLst/>
            <a:gdLst/>
            <a:ahLst/>
            <a:cxnLst/>
            <a:rect l="l" t="t" r="r" b="b"/>
            <a:pathLst>
              <a:path w="107647" h="143529">
                <a:moveTo>
                  <a:pt x="0" y="17941"/>
                </a:moveTo>
                <a:cubicBezTo>
                  <a:pt x="0" y="8045"/>
                  <a:pt x="8045" y="0"/>
                  <a:pt x="17941" y="0"/>
                </a:cubicBezTo>
                <a:lnTo>
                  <a:pt x="59851" y="0"/>
                </a:lnTo>
                <a:cubicBezTo>
                  <a:pt x="64616" y="0"/>
                  <a:pt x="69186" y="1878"/>
                  <a:pt x="72549" y="5242"/>
                </a:cubicBezTo>
                <a:lnTo>
                  <a:pt x="102405" y="35125"/>
                </a:lnTo>
                <a:cubicBezTo>
                  <a:pt x="105769" y="38489"/>
                  <a:pt x="107647" y="43059"/>
                  <a:pt x="107647" y="47824"/>
                </a:cubicBezTo>
                <a:lnTo>
                  <a:pt x="107647" y="125588"/>
                </a:lnTo>
                <a:cubicBezTo>
                  <a:pt x="107647" y="135484"/>
                  <a:pt x="99601" y="143529"/>
                  <a:pt x="89706" y="143529"/>
                </a:cubicBezTo>
                <a:lnTo>
                  <a:pt x="17941" y="143529"/>
                </a:lnTo>
                <a:cubicBezTo>
                  <a:pt x="8045" y="143529"/>
                  <a:pt x="0" y="135484"/>
                  <a:pt x="0" y="125588"/>
                </a:cubicBezTo>
                <a:lnTo>
                  <a:pt x="0" y="17941"/>
                </a:lnTo>
                <a:close/>
                <a:moveTo>
                  <a:pt x="58309" y="16399"/>
                </a:moveTo>
                <a:lnTo>
                  <a:pt x="58309" y="42610"/>
                </a:lnTo>
                <a:cubicBezTo>
                  <a:pt x="58309" y="46339"/>
                  <a:pt x="61308" y="49338"/>
                  <a:pt x="65037" y="49338"/>
                </a:cubicBezTo>
                <a:lnTo>
                  <a:pt x="91248" y="49338"/>
                </a:lnTo>
                <a:lnTo>
                  <a:pt x="58309" y="16399"/>
                </a:lnTo>
                <a:close/>
                <a:moveTo>
                  <a:pt x="33640" y="71765"/>
                </a:moveTo>
                <a:cubicBezTo>
                  <a:pt x="29911" y="71765"/>
                  <a:pt x="26912" y="74764"/>
                  <a:pt x="26912" y="78492"/>
                </a:cubicBezTo>
                <a:cubicBezTo>
                  <a:pt x="26912" y="82221"/>
                  <a:pt x="29911" y="85220"/>
                  <a:pt x="33640" y="85220"/>
                </a:cubicBezTo>
                <a:lnTo>
                  <a:pt x="74007" y="85220"/>
                </a:lnTo>
                <a:cubicBezTo>
                  <a:pt x="77736" y="85220"/>
                  <a:pt x="80735" y="82221"/>
                  <a:pt x="80735" y="78492"/>
                </a:cubicBezTo>
                <a:cubicBezTo>
                  <a:pt x="80735" y="74764"/>
                  <a:pt x="77736" y="71765"/>
                  <a:pt x="74007" y="71765"/>
                </a:cubicBezTo>
                <a:lnTo>
                  <a:pt x="33640" y="71765"/>
                </a:lnTo>
                <a:close/>
                <a:moveTo>
                  <a:pt x="33640" y="98676"/>
                </a:moveTo>
                <a:cubicBezTo>
                  <a:pt x="29911" y="98676"/>
                  <a:pt x="26912" y="101676"/>
                  <a:pt x="26912" y="105404"/>
                </a:cubicBezTo>
                <a:cubicBezTo>
                  <a:pt x="26912" y="109133"/>
                  <a:pt x="29911" y="112132"/>
                  <a:pt x="33640" y="112132"/>
                </a:cubicBezTo>
                <a:lnTo>
                  <a:pt x="74007" y="112132"/>
                </a:lnTo>
                <a:cubicBezTo>
                  <a:pt x="77736" y="112132"/>
                  <a:pt x="80735" y="109133"/>
                  <a:pt x="80735" y="105404"/>
                </a:cubicBezTo>
                <a:cubicBezTo>
                  <a:pt x="80735" y="101676"/>
                  <a:pt x="77736" y="98676"/>
                  <a:pt x="74007" y="98676"/>
                </a:cubicBezTo>
                <a:lnTo>
                  <a:pt x="33640" y="98676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482417" y="4481298"/>
            <a:ext cx="262339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 Plans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7228" y="4226135"/>
            <a:ext cx="2695158" cy="478430"/>
          </a:xfrm>
          <a:custGeom>
            <a:avLst/>
            <a:gdLst/>
            <a:ahLst/>
            <a:cxnLst/>
            <a:rect l="l" t="t" r="r" b="b"/>
            <a:pathLst>
              <a:path w="2695158" h="478430">
                <a:moveTo>
                  <a:pt x="63789" y="0"/>
                </a:moveTo>
                <a:lnTo>
                  <a:pt x="2631369" y="0"/>
                </a:lnTo>
                <a:cubicBezTo>
                  <a:pt x="2666598" y="0"/>
                  <a:pt x="2695158" y="28559"/>
                  <a:pt x="2695158" y="63789"/>
                </a:cubicBezTo>
                <a:lnTo>
                  <a:pt x="2695158" y="414641"/>
                </a:lnTo>
                <a:cubicBezTo>
                  <a:pt x="2695158" y="449871"/>
                  <a:pt x="2666598" y="478430"/>
                  <a:pt x="2631369" y="478430"/>
                </a:cubicBezTo>
                <a:lnTo>
                  <a:pt x="63789" y="478430"/>
                </a:lnTo>
                <a:cubicBezTo>
                  <a:pt x="28559" y="478430"/>
                  <a:pt x="0" y="449871"/>
                  <a:pt x="0" y="414641"/>
                </a:cubicBezTo>
                <a:lnTo>
                  <a:pt x="0" y="63789"/>
                </a:lnTo>
                <a:cubicBezTo>
                  <a:pt x="0" y="28583"/>
                  <a:pt x="28583" y="0"/>
                  <a:pt x="6378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Shape 45"/>
          <p:cNvSpPr/>
          <p:nvPr/>
        </p:nvSpPr>
        <p:spPr>
          <a:xfrm>
            <a:off x="4485907" y="4305873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37508" y="10176"/>
                </a:moveTo>
                <a:cubicBezTo>
                  <a:pt x="40564" y="12306"/>
                  <a:pt x="41293" y="16511"/>
                  <a:pt x="39162" y="19539"/>
                </a:cubicBezTo>
                <a:lnTo>
                  <a:pt x="23464" y="41965"/>
                </a:lnTo>
                <a:cubicBezTo>
                  <a:pt x="22314" y="43591"/>
                  <a:pt x="20520" y="44629"/>
                  <a:pt x="18530" y="44797"/>
                </a:cubicBezTo>
                <a:cubicBezTo>
                  <a:pt x="16539" y="44965"/>
                  <a:pt x="14577" y="44292"/>
                  <a:pt x="13176" y="42891"/>
                </a:cubicBezTo>
                <a:lnTo>
                  <a:pt x="1962" y="31677"/>
                </a:lnTo>
                <a:cubicBezTo>
                  <a:pt x="-645" y="29042"/>
                  <a:pt x="-645" y="24781"/>
                  <a:pt x="1962" y="22146"/>
                </a:cubicBezTo>
                <a:cubicBezTo>
                  <a:pt x="4569" y="19511"/>
                  <a:pt x="8858" y="19539"/>
                  <a:pt x="11494" y="22146"/>
                </a:cubicBezTo>
                <a:lnTo>
                  <a:pt x="17044" y="27697"/>
                </a:lnTo>
                <a:lnTo>
                  <a:pt x="28145" y="11830"/>
                </a:lnTo>
                <a:cubicBezTo>
                  <a:pt x="30276" y="8774"/>
                  <a:pt x="34481" y="8045"/>
                  <a:pt x="37508" y="10176"/>
                </a:cubicBezTo>
                <a:close/>
                <a:moveTo>
                  <a:pt x="37508" y="55029"/>
                </a:moveTo>
                <a:cubicBezTo>
                  <a:pt x="40564" y="57159"/>
                  <a:pt x="41293" y="61364"/>
                  <a:pt x="39162" y="64392"/>
                </a:cubicBezTo>
                <a:lnTo>
                  <a:pt x="23464" y="86818"/>
                </a:lnTo>
                <a:cubicBezTo>
                  <a:pt x="22314" y="88444"/>
                  <a:pt x="20520" y="89481"/>
                  <a:pt x="18530" y="89650"/>
                </a:cubicBezTo>
                <a:cubicBezTo>
                  <a:pt x="16539" y="89818"/>
                  <a:pt x="14577" y="89145"/>
                  <a:pt x="13176" y="87743"/>
                </a:cubicBezTo>
                <a:lnTo>
                  <a:pt x="1962" y="76530"/>
                </a:lnTo>
                <a:cubicBezTo>
                  <a:pt x="-673" y="73895"/>
                  <a:pt x="-673" y="69634"/>
                  <a:pt x="1962" y="67027"/>
                </a:cubicBezTo>
                <a:cubicBezTo>
                  <a:pt x="4597" y="64420"/>
                  <a:pt x="8858" y="64392"/>
                  <a:pt x="11466" y="67027"/>
                </a:cubicBezTo>
                <a:lnTo>
                  <a:pt x="17016" y="72578"/>
                </a:lnTo>
                <a:lnTo>
                  <a:pt x="28117" y="56711"/>
                </a:lnTo>
                <a:cubicBezTo>
                  <a:pt x="30248" y="53655"/>
                  <a:pt x="34453" y="52926"/>
                  <a:pt x="37480" y="55057"/>
                </a:cubicBezTo>
                <a:close/>
                <a:moveTo>
                  <a:pt x="62794" y="26912"/>
                </a:moveTo>
                <a:cubicBezTo>
                  <a:pt x="62794" y="21950"/>
                  <a:pt x="66803" y="17941"/>
                  <a:pt x="71765" y="17941"/>
                </a:cubicBezTo>
                <a:lnTo>
                  <a:pt x="134559" y="17941"/>
                </a:lnTo>
                <a:cubicBezTo>
                  <a:pt x="139520" y="17941"/>
                  <a:pt x="143529" y="21950"/>
                  <a:pt x="143529" y="26912"/>
                </a:cubicBezTo>
                <a:cubicBezTo>
                  <a:pt x="143529" y="31874"/>
                  <a:pt x="139520" y="35882"/>
                  <a:pt x="134559" y="35882"/>
                </a:cubicBezTo>
                <a:lnTo>
                  <a:pt x="71765" y="35882"/>
                </a:lnTo>
                <a:cubicBezTo>
                  <a:pt x="66803" y="35882"/>
                  <a:pt x="62794" y="31874"/>
                  <a:pt x="62794" y="26912"/>
                </a:cubicBezTo>
                <a:close/>
                <a:moveTo>
                  <a:pt x="62794" y="71765"/>
                </a:moveTo>
                <a:cubicBezTo>
                  <a:pt x="62794" y="66803"/>
                  <a:pt x="66803" y="62794"/>
                  <a:pt x="71765" y="62794"/>
                </a:cubicBezTo>
                <a:lnTo>
                  <a:pt x="134559" y="62794"/>
                </a:lnTo>
                <a:cubicBezTo>
                  <a:pt x="139520" y="62794"/>
                  <a:pt x="143529" y="66803"/>
                  <a:pt x="143529" y="71765"/>
                </a:cubicBezTo>
                <a:cubicBezTo>
                  <a:pt x="143529" y="76726"/>
                  <a:pt x="139520" y="80735"/>
                  <a:pt x="134559" y="80735"/>
                </a:cubicBezTo>
                <a:lnTo>
                  <a:pt x="71765" y="80735"/>
                </a:lnTo>
                <a:cubicBezTo>
                  <a:pt x="66803" y="80735"/>
                  <a:pt x="62794" y="76726"/>
                  <a:pt x="62794" y="71765"/>
                </a:cubicBezTo>
                <a:close/>
                <a:moveTo>
                  <a:pt x="44853" y="116617"/>
                </a:moveTo>
                <a:cubicBezTo>
                  <a:pt x="44853" y="111656"/>
                  <a:pt x="48862" y="107647"/>
                  <a:pt x="53823" y="107647"/>
                </a:cubicBezTo>
                <a:lnTo>
                  <a:pt x="134559" y="107647"/>
                </a:lnTo>
                <a:cubicBezTo>
                  <a:pt x="139520" y="107647"/>
                  <a:pt x="143529" y="111656"/>
                  <a:pt x="143529" y="116617"/>
                </a:cubicBezTo>
                <a:cubicBezTo>
                  <a:pt x="143529" y="121579"/>
                  <a:pt x="139520" y="125588"/>
                  <a:pt x="134559" y="125588"/>
                </a:cubicBezTo>
                <a:lnTo>
                  <a:pt x="53823" y="125588"/>
                </a:lnTo>
                <a:cubicBezTo>
                  <a:pt x="48862" y="125588"/>
                  <a:pt x="44853" y="121579"/>
                  <a:pt x="44853" y="116617"/>
                </a:cubicBezTo>
                <a:close/>
                <a:moveTo>
                  <a:pt x="17941" y="105404"/>
                </a:moveTo>
                <a:cubicBezTo>
                  <a:pt x="24130" y="105404"/>
                  <a:pt x="29154" y="110429"/>
                  <a:pt x="29154" y="116617"/>
                </a:cubicBezTo>
                <a:cubicBezTo>
                  <a:pt x="29154" y="122806"/>
                  <a:pt x="24130" y="127831"/>
                  <a:pt x="17941" y="127831"/>
                </a:cubicBezTo>
                <a:cubicBezTo>
                  <a:pt x="11752" y="127831"/>
                  <a:pt x="6728" y="122806"/>
                  <a:pt x="6728" y="116617"/>
                </a:cubicBezTo>
                <a:cubicBezTo>
                  <a:pt x="6728" y="110429"/>
                  <a:pt x="11752" y="105404"/>
                  <a:pt x="17941" y="105404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Text 46"/>
          <p:cNvSpPr/>
          <p:nvPr/>
        </p:nvSpPr>
        <p:spPr>
          <a:xfrm>
            <a:off x="3243110" y="4481298"/>
            <a:ext cx="262339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Worksheets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6535" y="4768356"/>
            <a:ext cx="2695158" cy="478430"/>
          </a:xfrm>
          <a:custGeom>
            <a:avLst/>
            <a:gdLst/>
            <a:ahLst/>
            <a:cxnLst/>
            <a:rect l="l" t="t" r="r" b="b"/>
            <a:pathLst>
              <a:path w="2695158" h="478430">
                <a:moveTo>
                  <a:pt x="63789" y="0"/>
                </a:moveTo>
                <a:lnTo>
                  <a:pt x="2631369" y="0"/>
                </a:lnTo>
                <a:cubicBezTo>
                  <a:pt x="2666598" y="0"/>
                  <a:pt x="2695158" y="28559"/>
                  <a:pt x="2695158" y="63789"/>
                </a:cubicBezTo>
                <a:lnTo>
                  <a:pt x="2695158" y="414641"/>
                </a:lnTo>
                <a:cubicBezTo>
                  <a:pt x="2695158" y="449871"/>
                  <a:pt x="2666598" y="478430"/>
                  <a:pt x="2631369" y="478430"/>
                </a:cubicBezTo>
                <a:lnTo>
                  <a:pt x="63789" y="478430"/>
                </a:lnTo>
                <a:cubicBezTo>
                  <a:pt x="28559" y="478430"/>
                  <a:pt x="0" y="449871"/>
                  <a:pt x="0" y="414641"/>
                </a:cubicBezTo>
                <a:lnTo>
                  <a:pt x="0" y="63789"/>
                </a:lnTo>
                <a:cubicBezTo>
                  <a:pt x="0" y="28583"/>
                  <a:pt x="28583" y="0"/>
                  <a:pt x="6378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1743156" y="4848094"/>
            <a:ext cx="107647" cy="143529"/>
          </a:xfrm>
          <a:custGeom>
            <a:avLst/>
            <a:gdLst/>
            <a:ahLst/>
            <a:cxnLst/>
            <a:rect l="l" t="t" r="r" b="b"/>
            <a:pathLst>
              <a:path w="107647" h="143529">
                <a:moveTo>
                  <a:pt x="87295" y="8971"/>
                </a:moveTo>
                <a:lnTo>
                  <a:pt x="89706" y="8971"/>
                </a:lnTo>
                <a:cubicBezTo>
                  <a:pt x="99601" y="8971"/>
                  <a:pt x="107647" y="17016"/>
                  <a:pt x="107647" y="26912"/>
                </a:cubicBezTo>
                <a:lnTo>
                  <a:pt x="107647" y="125588"/>
                </a:lnTo>
                <a:cubicBezTo>
                  <a:pt x="107647" y="135484"/>
                  <a:pt x="99601" y="143529"/>
                  <a:pt x="89706" y="143529"/>
                </a:cubicBezTo>
                <a:lnTo>
                  <a:pt x="17941" y="143529"/>
                </a:lnTo>
                <a:cubicBezTo>
                  <a:pt x="8045" y="143529"/>
                  <a:pt x="0" y="135484"/>
                  <a:pt x="0" y="125588"/>
                </a:cubicBezTo>
                <a:lnTo>
                  <a:pt x="0" y="26912"/>
                </a:lnTo>
                <a:cubicBezTo>
                  <a:pt x="0" y="17016"/>
                  <a:pt x="8045" y="8971"/>
                  <a:pt x="17941" y="8971"/>
                </a:cubicBezTo>
                <a:lnTo>
                  <a:pt x="20352" y="8971"/>
                </a:lnTo>
                <a:cubicBezTo>
                  <a:pt x="23436" y="3616"/>
                  <a:pt x="29238" y="0"/>
                  <a:pt x="35882" y="0"/>
                </a:cubicBezTo>
                <a:lnTo>
                  <a:pt x="71765" y="0"/>
                </a:lnTo>
                <a:cubicBezTo>
                  <a:pt x="78408" y="0"/>
                  <a:pt x="84211" y="3616"/>
                  <a:pt x="87295" y="8971"/>
                </a:cubicBezTo>
                <a:close/>
                <a:moveTo>
                  <a:pt x="69522" y="31397"/>
                </a:moveTo>
                <a:cubicBezTo>
                  <a:pt x="73250" y="31397"/>
                  <a:pt x="76250" y="28397"/>
                  <a:pt x="76250" y="24669"/>
                </a:cubicBezTo>
                <a:cubicBezTo>
                  <a:pt x="76250" y="20941"/>
                  <a:pt x="73250" y="17941"/>
                  <a:pt x="69522" y="17941"/>
                </a:cubicBezTo>
                <a:lnTo>
                  <a:pt x="38125" y="17941"/>
                </a:lnTo>
                <a:cubicBezTo>
                  <a:pt x="34397" y="17941"/>
                  <a:pt x="31397" y="20941"/>
                  <a:pt x="31397" y="24669"/>
                </a:cubicBezTo>
                <a:cubicBezTo>
                  <a:pt x="31397" y="28397"/>
                  <a:pt x="34397" y="31397"/>
                  <a:pt x="38125" y="31397"/>
                </a:cubicBezTo>
                <a:lnTo>
                  <a:pt x="69522" y="31397"/>
                </a:lnTo>
                <a:close/>
                <a:moveTo>
                  <a:pt x="77483" y="73082"/>
                </a:moveTo>
                <a:cubicBezTo>
                  <a:pt x="79446" y="69942"/>
                  <a:pt x="78492" y="65794"/>
                  <a:pt x="75353" y="63803"/>
                </a:cubicBezTo>
                <a:cubicBezTo>
                  <a:pt x="72213" y="61813"/>
                  <a:pt x="68064" y="62794"/>
                  <a:pt x="66074" y="65934"/>
                </a:cubicBezTo>
                <a:lnTo>
                  <a:pt x="48862" y="93490"/>
                </a:lnTo>
                <a:lnTo>
                  <a:pt x="41293" y="83398"/>
                </a:lnTo>
                <a:cubicBezTo>
                  <a:pt x="39050" y="80427"/>
                  <a:pt x="34845" y="79810"/>
                  <a:pt x="31874" y="82053"/>
                </a:cubicBezTo>
                <a:cubicBezTo>
                  <a:pt x="28902" y="84295"/>
                  <a:pt x="28285" y="88500"/>
                  <a:pt x="30528" y="91472"/>
                </a:cubicBezTo>
                <a:lnTo>
                  <a:pt x="43984" y="109413"/>
                </a:lnTo>
                <a:cubicBezTo>
                  <a:pt x="45301" y="111179"/>
                  <a:pt x="47432" y="112188"/>
                  <a:pt x="49646" y="112104"/>
                </a:cubicBezTo>
                <a:cubicBezTo>
                  <a:pt x="51861" y="112020"/>
                  <a:pt x="53879" y="110843"/>
                  <a:pt x="55057" y="108936"/>
                </a:cubicBezTo>
                <a:lnTo>
                  <a:pt x="77483" y="73054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482417" y="5023519"/>
            <a:ext cx="262339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07228" y="4768356"/>
            <a:ext cx="2695158" cy="478430"/>
          </a:xfrm>
          <a:custGeom>
            <a:avLst/>
            <a:gdLst/>
            <a:ahLst/>
            <a:cxnLst/>
            <a:rect l="l" t="t" r="r" b="b"/>
            <a:pathLst>
              <a:path w="2695158" h="478430">
                <a:moveTo>
                  <a:pt x="63789" y="0"/>
                </a:moveTo>
                <a:lnTo>
                  <a:pt x="2631369" y="0"/>
                </a:lnTo>
                <a:cubicBezTo>
                  <a:pt x="2666598" y="0"/>
                  <a:pt x="2695158" y="28559"/>
                  <a:pt x="2695158" y="63789"/>
                </a:cubicBezTo>
                <a:lnTo>
                  <a:pt x="2695158" y="414641"/>
                </a:lnTo>
                <a:cubicBezTo>
                  <a:pt x="2695158" y="449871"/>
                  <a:pt x="2666598" y="478430"/>
                  <a:pt x="2631369" y="478430"/>
                </a:cubicBezTo>
                <a:lnTo>
                  <a:pt x="63789" y="478430"/>
                </a:lnTo>
                <a:cubicBezTo>
                  <a:pt x="28559" y="478430"/>
                  <a:pt x="0" y="449871"/>
                  <a:pt x="0" y="414641"/>
                </a:cubicBezTo>
                <a:lnTo>
                  <a:pt x="0" y="63789"/>
                </a:lnTo>
                <a:cubicBezTo>
                  <a:pt x="0" y="28583"/>
                  <a:pt x="28583" y="0"/>
                  <a:pt x="6378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Shape 51"/>
          <p:cNvSpPr/>
          <p:nvPr/>
        </p:nvSpPr>
        <p:spPr>
          <a:xfrm>
            <a:off x="4485907" y="4848094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0" y="22426"/>
                </a:moveTo>
                <a:cubicBezTo>
                  <a:pt x="0" y="14998"/>
                  <a:pt x="6027" y="8971"/>
                  <a:pt x="13456" y="8971"/>
                </a:cubicBezTo>
                <a:lnTo>
                  <a:pt x="40368" y="8971"/>
                </a:lnTo>
                <a:cubicBezTo>
                  <a:pt x="47796" y="8971"/>
                  <a:pt x="53823" y="14998"/>
                  <a:pt x="53823" y="22426"/>
                </a:cubicBezTo>
                <a:lnTo>
                  <a:pt x="53823" y="26912"/>
                </a:lnTo>
                <a:lnTo>
                  <a:pt x="89706" y="26912"/>
                </a:lnTo>
                <a:lnTo>
                  <a:pt x="89706" y="22426"/>
                </a:lnTo>
                <a:cubicBezTo>
                  <a:pt x="89706" y="14998"/>
                  <a:pt x="95733" y="8971"/>
                  <a:pt x="103162" y="8971"/>
                </a:cubicBezTo>
                <a:lnTo>
                  <a:pt x="130073" y="8971"/>
                </a:lnTo>
                <a:cubicBezTo>
                  <a:pt x="137502" y="8971"/>
                  <a:pt x="143529" y="14998"/>
                  <a:pt x="143529" y="22426"/>
                </a:cubicBezTo>
                <a:lnTo>
                  <a:pt x="143529" y="49338"/>
                </a:lnTo>
                <a:cubicBezTo>
                  <a:pt x="143529" y="56767"/>
                  <a:pt x="137502" y="62794"/>
                  <a:pt x="130073" y="62794"/>
                </a:cubicBezTo>
                <a:lnTo>
                  <a:pt x="103162" y="62794"/>
                </a:lnTo>
                <a:cubicBezTo>
                  <a:pt x="95733" y="62794"/>
                  <a:pt x="89706" y="56767"/>
                  <a:pt x="89706" y="49338"/>
                </a:cubicBezTo>
                <a:lnTo>
                  <a:pt x="89706" y="44853"/>
                </a:lnTo>
                <a:lnTo>
                  <a:pt x="53823" y="44853"/>
                </a:lnTo>
                <a:lnTo>
                  <a:pt x="53823" y="49338"/>
                </a:lnTo>
                <a:cubicBezTo>
                  <a:pt x="53823" y="51385"/>
                  <a:pt x="53347" y="53347"/>
                  <a:pt x="52534" y="55085"/>
                </a:cubicBezTo>
                <a:lnTo>
                  <a:pt x="71765" y="80735"/>
                </a:lnTo>
                <a:lnTo>
                  <a:pt x="94191" y="80735"/>
                </a:lnTo>
                <a:cubicBezTo>
                  <a:pt x="101620" y="80735"/>
                  <a:pt x="107647" y="86762"/>
                  <a:pt x="107647" y="94191"/>
                </a:cubicBezTo>
                <a:lnTo>
                  <a:pt x="107647" y="121103"/>
                </a:lnTo>
                <a:cubicBezTo>
                  <a:pt x="107647" y="128531"/>
                  <a:pt x="101620" y="134559"/>
                  <a:pt x="94191" y="134559"/>
                </a:cubicBezTo>
                <a:lnTo>
                  <a:pt x="67279" y="134559"/>
                </a:lnTo>
                <a:cubicBezTo>
                  <a:pt x="59851" y="134559"/>
                  <a:pt x="53823" y="128531"/>
                  <a:pt x="53823" y="121103"/>
                </a:cubicBezTo>
                <a:lnTo>
                  <a:pt x="53823" y="94191"/>
                </a:lnTo>
                <a:cubicBezTo>
                  <a:pt x="53823" y="92145"/>
                  <a:pt x="54300" y="90182"/>
                  <a:pt x="55113" y="88444"/>
                </a:cubicBezTo>
                <a:lnTo>
                  <a:pt x="35882" y="62794"/>
                </a:lnTo>
                <a:lnTo>
                  <a:pt x="13456" y="62794"/>
                </a:lnTo>
                <a:cubicBezTo>
                  <a:pt x="6027" y="62794"/>
                  <a:pt x="0" y="56767"/>
                  <a:pt x="0" y="49338"/>
                </a:cubicBezTo>
                <a:lnTo>
                  <a:pt x="0" y="22426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Text 52"/>
          <p:cNvSpPr/>
          <p:nvPr/>
        </p:nvSpPr>
        <p:spPr>
          <a:xfrm>
            <a:off x="3243110" y="5023519"/>
            <a:ext cx="2623393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9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59292" y="3269274"/>
            <a:ext cx="5709269" cy="2232675"/>
          </a:xfrm>
          <a:custGeom>
            <a:avLst/>
            <a:gdLst/>
            <a:ahLst/>
            <a:cxnLst/>
            <a:rect l="l" t="t" r="r" b="b"/>
            <a:pathLst>
              <a:path w="5709269" h="2232675">
                <a:moveTo>
                  <a:pt x="95692" y="0"/>
                </a:moveTo>
                <a:lnTo>
                  <a:pt x="5613576" y="0"/>
                </a:lnTo>
                <a:cubicBezTo>
                  <a:pt x="5666426" y="0"/>
                  <a:pt x="5709269" y="42843"/>
                  <a:pt x="5709269" y="95692"/>
                </a:cubicBezTo>
                <a:lnTo>
                  <a:pt x="5709269" y="2136983"/>
                </a:lnTo>
                <a:cubicBezTo>
                  <a:pt x="5709269" y="2189832"/>
                  <a:pt x="5666426" y="2232675"/>
                  <a:pt x="5613576" y="2232675"/>
                </a:cubicBezTo>
                <a:lnTo>
                  <a:pt x="95692" y="2232675"/>
                </a:lnTo>
                <a:cubicBezTo>
                  <a:pt x="42843" y="2232675"/>
                  <a:pt x="0" y="2189832"/>
                  <a:pt x="0" y="2136983"/>
                </a:cubicBezTo>
                <a:lnTo>
                  <a:pt x="0" y="95692"/>
                </a:lnTo>
                <a:cubicBezTo>
                  <a:pt x="0" y="42843"/>
                  <a:pt x="42843" y="0"/>
                  <a:pt x="956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6286874" y="3428751"/>
            <a:ext cx="199346" cy="159477"/>
          </a:xfrm>
          <a:custGeom>
            <a:avLst/>
            <a:gdLst/>
            <a:ahLst/>
            <a:cxnLst/>
            <a:rect l="l" t="t" r="r" b="b"/>
            <a:pathLst>
              <a:path w="199346" h="159477">
                <a:moveTo>
                  <a:pt x="139542" y="19935"/>
                </a:moveTo>
                <a:cubicBezTo>
                  <a:pt x="172559" y="19935"/>
                  <a:pt x="199346" y="46722"/>
                  <a:pt x="199346" y="79738"/>
                </a:cubicBezTo>
                <a:cubicBezTo>
                  <a:pt x="199346" y="112755"/>
                  <a:pt x="172559" y="139542"/>
                  <a:pt x="139542" y="139542"/>
                </a:cubicBezTo>
                <a:lnTo>
                  <a:pt x="59804" y="139542"/>
                </a:lnTo>
                <a:cubicBezTo>
                  <a:pt x="26787" y="139542"/>
                  <a:pt x="0" y="112755"/>
                  <a:pt x="0" y="79738"/>
                </a:cubicBezTo>
                <a:cubicBezTo>
                  <a:pt x="0" y="46722"/>
                  <a:pt x="26787" y="19935"/>
                  <a:pt x="59804" y="19935"/>
                </a:cubicBezTo>
                <a:lnTo>
                  <a:pt x="139542" y="19935"/>
                </a:lnTo>
                <a:close/>
                <a:moveTo>
                  <a:pt x="59804" y="54820"/>
                </a:moveTo>
                <a:cubicBezTo>
                  <a:pt x="55661" y="54820"/>
                  <a:pt x="52328" y="58153"/>
                  <a:pt x="52328" y="62296"/>
                </a:cubicBezTo>
                <a:lnTo>
                  <a:pt x="52328" y="72263"/>
                </a:lnTo>
                <a:lnTo>
                  <a:pt x="42361" y="72263"/>
                </a:lnTo>
                <a:cubicBezTo>
                  <a:pt x="38218" y="72263"/>
                  <a:pt x="34886" y="75596"/>
                  <a:pt x="34886" y="79738"/>
                </a:cubicBezTo>
                <a:cubicBezTo>
                  <a:pt x="34886" y="83881"/>
                  <a:pt x="38218" y="87214"/>
                  <a:pt x="42361" y="87214"/>
                </a:cubicBezTo>
                <a:lnTo>
                  <a:pt x="52328" y="87214"/>
                </a:lnTo>
                <a:lnTo>
                  <a:pt x="52328" y="97181"/>
                </a:lnTo>
                <a:cubicBezTo>
                  <a:pt x="52328" y="101324"/>
                  <a:pt x="55661" y="104657"/>
                  <a:pt x="59804" y="104657"/>
                </a:cubicBezTo>
                <a:cubicBezTo>
                  <a:pt x="63946" y="104657"/>
                  <a:pt x="67279" y="101324"/>
                  <a:pt x="67279" y="97181"/>
                </a:cubicBezTo>
                <a:lnTo>
                  <a:pt x="67279" y="87214"/>
                </a:lnTo>
                <a:lnTo>
                  <a:pt x="77247" y="87214"/>
                </a:lnTo>
                <a:cubicBezTo>
                  <a:pt x="81389" y="87214"/>
                  <a:pt x="84722" y="83881"/>
                  <a:pt x="84722" y="79738"/>
                </a:cubicBezTo>
                <a:cubicBezTo>
                  <a:pt x="84722" y="75596"/>
                  <a:pt x="81389" y="72263"/>
                  <a:pt x="77247" y="72263"/>
                </a:cubicBezTo>
                <a:lnTo>
                  <a:pt x="67279" y="72263"/>
                </a:lnTo>
                <a:lnTo>
                  <a:pt x="67279" y="62296"/>
                </a:lnTo>
                <a:cubicBezTo>
                  <a:pt x="67279" y="58153"/>
                  <a:pt x="63946" y="54820"/>
                  <a:pt x="59804" y="54820"/>
                </a:cubicBezTo>
                <a:close/>
                <a:moveTo>
                  <a:pt x="134559" y="84722"/>
                </a:moveTo>
                <a:cubicBezTo>
                  <a:pt x="129057" y="84722"/>
                  <a:pt x="124591" y="89188"/>
                  <a:pt x="124591" y="94689"/>
                </a:cubicBezTo>
                <a:cubicBezTo>
                  <a:pt x="124591" y="100190"/>
                  <a:pt x="129057" y="104657"/>
                  <a:pt x="134559" y="104657"/>
                </a:cubicBezTo>
                <a:cubicBezTo>
                  <a:pt x="140060" y="104657"/>
                  <a:pt x="144526" y="100190"/>
                  <a:pt x="144526" y="94689"/>
                </a:cubicBezTo>
                <a:cubicBezTo>
                  <a:pt x="144526" y="89188"/>
                  <a:pt x="140060" y="84722"/>
                  <a:pt x="134559" y="84722"/>
                </a:cubicBezTo>
                <a:close/>
                <a:moveTo>
                  <a:pt x="154493" y="54820"/>
                </a:moveTo>
                <a:cubicBezTo>
                  <a:pt x="148992" y="54820"/>
                  <a:pt x="144526" y="59286"/>
                  <a:pt x="144526" y="64787"/>
                </a:cubicBezTo>
                <a:cubicBezTo>
                  <a:pt x="144526" y="70289"/>
                  <a:pt x="148992" y="74755"/>
                  <a:pt x="154493" y="74755"/>
                </a:cubicBezTo>
                <a:cubicBezTo>
                  <a:pt x="159994" y="74755"/>
                  <a:pt x="164460" y="70289"/>
                  <a:pt x="164460" y="64787"/>
                </a:cubicBezTo>
                <a:cubicBezTo>
                  <a:pt x="164460" y="59286"/>
                  <a:pt x="159994" y="54820"/>
                  <a:pt x="154493" y="5482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Text 55"/>
          <p:cNvSpPr/>
          <p:nvPr/>
        </p:nvSpPr>
        <p:spPr>
          <a:xfrm>
            <a:off x="6486220" y="3396855"/>
            <a:ext cx="5334498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 &amp; Adaptive Learning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286874" y="3715809"/>
            <a:ext cx="5517897" cy="41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learning models that adjust content difficulty in real-time based on student performance, combined with gamification elements to enhance engagement.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86874" y="4226135"/>
            <a:ext cx="5454106" cy="318954"/>
          </a:xfrm>
          <a:custGeom>
            <a:avLst/>
            <a:gdLst/>
            <a:ahLst/>
            <a:cxnLst/>
            <a:rect l="l" t="t" r="r" b="b"/>
            <a:pathLst>
              <a:path w="5454106" h="318954">
                <a:moveTo>
                  <a:pt x="63791" y="0"/>
                </a:moveTo>
                <a:lnTo>
                  <a:pt x="5390315" y="0"/>
                </a:lnTo>
                <a:cubicBezTo>
                  <a:pt x="5425546" y="0"/>
                  <a:pt x="5454106" y="28560"/>
                  <a:pt x="5454106" y="63791"/>
                </a:cubicBezTo>
                <a:lnTo>
                  <a:pt x="5454106" y="255163"/>
                </a:lnTo>
                <a:cubicBezTo>
                  <a:pt x="5454106" y="290393"/>
                  <a:pt x="5425546" y="318954"/>
                  <a:pt x="5390315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0" name="Shape 58"/>
          <p:cNvSpPr/>
          <p:nvPr/>
        </p:nvSpPr>
        <p:spPr>
          <a:xfrm>
            <a:off x="6366612" y="4321821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7974" y="15948"/>
                </a:moveTo>
                <a:cubicBezTo>
                  <a:pt x="3563" y="15948"/>
                  <a:pt x="0" y="19511"/>
                  <a:pt x="0" y="23922"/>
                </a:cubicBezTo>
                <a:cubicBezTo>
                  <a:pt x="0" y="28332"/>
                  <a:pt x="3563" y="31895"/>
                  <a:pt x="7974" y="31895"/>
                </a:cubicBezTo>
                <a:lnTo>
                  <a:pt x="29578" y="31895"/>
                </a:lnTo>
                <a:cubicBezTo>
                  <a:pt x="32643" y="38947"/>
                  <a:pt x="39670" y="43856"/>
                  <a:pt x="47843" y="43856"/>
                </a:cubicBezTo>
                <a:cubicBezTo>
                  <a:pt x="56016" y="43856"/>
                  <a:pt x="63043" y="38947"/>
                  <a:pt x="66108" y="31895"/>
                </a:cubicBezTo>
                <a:lnTo>
                  <a:pt x="119608" y="31895"/>
                </a:lnTo>
                <a:cubicBezTo>
                  <a:pt x="124018" y="31895"/>
                  <a:pt x="127581" y="28332"/>
                  <a:pt x="127581" y="23922"/>
                </a:cubicBezTo>
                <a:cubicBezTo>
                  <a:pt x="127581" y="19511"/>
                  <a:pt x="124018" y="15948"/>
                  <a:pt x="119608" y="15948"/>
                </a:cubicBezTo>
                <a:lnTo>
                  <a:pt x="66108" y="15948"/>
                </a:lnTo>
                <a:cubicBezTo>
                  <a:pt x="63043" y="8896"/>
                  <a:pt x="56016" y="3987"/>
                  <a:pt x="47843" y="3987"/>
                </a:cubicBezTo>
                <a:cubicBezTo>
                  <a:pt x="39670" y="3987"/>
                  <a:pt x="32643" y="8896"/>
                  <a:pt x="29578" y="15948"/>
                </a:cubicBezTo>
                <a:lnTo>
                  <a:pt x="7974" y="15948"/>
                </a:lnTo>
                <a:close/>
                <a:moveTo>
                  <a:pt x="7974" y="55817"/>
                </a:moveTo>
                <a:cubicBezTo>
                  <a:pt x="3563" y="55817"/>
                  <a:pt x="0" y="59380"/>
                  <a:pt x="0" y="63791"/>
                </a:cubicBezTo>
                <a:cubicBezTo>
                  <a:pt x="0" y="68201"/>
                  <a:pt x="3563" y="71765"/>
                  <a:pt x="7974" y="71765"/>
                </a:cubicBezTo>
                <a:lnTo>
                  <a:pt x="69447" y="71765"/>
                </a:lnTo>
                <a:cubicBezTo>
                  <a:pt x="72512" y="78816"/>
                  <a:pt x="79539" y="83725"/>
                  <a:pt x="87712" y="83725"/>
                </a:cubicBezTo>
                <a:cubicBezTo>
                  <a:pt x="95885" y="83725"/>
                  <a:pt x="102912" y="78816"/>
                  <a:pt x="105977" y="71765"/>
                </a:cubicBezTo>
                <a:lnTo>
                  <a:pt x="119608" y="71765"/>
                </a:lnTo>
                <a:cubicBezTo>
                  <a:pt x="124018" y="71765"/>
                  <a:pt x="127581" y="68201"/>
                  <a:pt x="127581" y="63791"/>
                </a:cubicBezTo>
                <a:cubicBezTo>
                  <a:pt x="127581" y="59380"/>
                  <a:pt x="124018" y="55817"/>
                  <a:pt x="119608" y="55817"/>
                </a:cubicBezTo>
                <a:lnTo>
                  <a:pt x="105977" y="55817"/>
                </a:lnTo>
                <a:cubicBezTo>
                  <a:pt x="102912" y="48765"/>
                  <a:pt x="95885" y="43856"/>
                  <a:pt x="87712" y="43856"/>
                </a:cubicBezTo>
                <a:cubicBezTo>
                  <a:pt x="79539" y="43856"/>
                  <a:pt x="72512" y="48765"/>
                  <a:pt x="69447" y="55817"/>
                </a:cubicBezTo>
                <a:lnTo>
                  <a:pt x="7974" y="55817"/>
                </a:lnTo>
                <a:close/>
                <a:moveTo>
                  <a:pt x="7974" y="95686"/>
                </a:moveTo>
                <a:cubicBezTo>
                  <a:pt x="3563" y="95686"/>
                  <a:pt x="0" y="99249"/>
                  <a:pt x="0" y="103660"/>
                </a:cubicBezTo>
                <a:cubicBezTo>
                  <a:pt x="0" y="108070"/>
                  <a:pt x="3563" y="111634"/>
                  <a:pt x="7974" y="111634"/>
                </a:cubicBezTo>
                <a:lnTo>
                  <a:pt x="21604" y="111634"/>
                </a:lnTo>
                <a:cubicBezTo>
                  <a:pt x="24669" y="118686"/>
                  <a:pt x="31696" y="123595"/>
                  <a:pt x="39869" y="123595"/>
                </a:cubicBezTo>
                <a:cubicBezTo>
                  <a:pt x="48042" y="123595"/>
                  <a:pt x="55069" y="118686"/>
                  <a:pt x="58134" y="111634"/>
                </a:cubicBezTo>
                <a:lnTo>
                  <a:pt x="119608" y="111634"/>
                </a:lnTo>
                <a:cubicBezTo>
                  <a:pt x="124018" y="111634"/>
                  <a:pt x="127581" y="108070"/>
                  <a:pt x="127581" y="103660"/>
                </a:cubicBezTo>
                <a:cubicBezTo>
                  <a:pt x="127581" y="99249"/>
                  <a:pt x="124018" y="95686"/>
                  <a:pt x="119608" y="95686"/>
                </a:cubicBezTo>
                <a:lnTo>
                  <a:pt x="58134" y="95686"/>
                </a:lnTo>
                <a:cubicBezTo>
                  <a:pt x="55069" y="88634"/>
                  <a:pt x="48042" y="83725"/>
                  <a:pt x="39869" y="83725"/>
                </a:cubicBezTo>
                <a:cubicBezTo>
                  <a:pt x="31696" y="83725"/>
                  <a:pt x="24669" y="88634"/>
                  <a:pt x="21604" y="95686"/>
                </a:cubicBezTo>
                <a:lnTo>
                  <a:pt x="7974" y="95686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1" name="Text 59"/>
          <p:cNvSpPr/>
          <p:nvPr/>
        </p:nvSpPr>
        <p:spPr>
          <a:xfrm>
            <a:off x="6573932" y="4305873"/>
            <a:ext cx="948887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Difficulty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146555" y="4289925"/>
            <a:ext cx="534247" cy="191372"/>
          </a:xfrm>
          <a:custGeom>
            <a:avLst/>
            <a:gdLst/>
            <a:ahLst/>
            <a:cxnLst/>
            <a:rect l="l" t="t" r="r" b="b"/>
            <a:pathLst>
              <a:path w="534247" h="191372">
                <a:moveTo>
                  <a:pt x="31896" y="0"/>
                </a:moveTo>
                <a:lnTo>
                  <a:pt x="502351" y="0"/>
                </a:lnTo>
                <a:cubicBezTo>
                  <a:pt x="519967" y="0"/>
                  <a:pt x="534247" y="14280"/>
                  <a:pt x="534247" y="31896"/>
                </a:cubicBezTo>
                <a:lnTo>
                  <a:pt x="534247" y="159476"/>
                </a:lnTo>
                <a:cubicBezTo>
                  <a:pt x="534247" y="177092"/>
                  <a:pt x="519967" y="191372"/>
                  <a:pt x="502351" y="191372"/>
                </a:cubicBezTo>
                <a:lnTo>
                  <a:pt x="31896" y="191372"/>
                </a:lnTo>
                <a:cubicBezTo>
                  <a:pt x="14280" y="191372"/>
                  <a:pt x="0" y="177092"/>
                  <a:pt x="0" y="159476"/>
                </a:cubicBezTo>
                <a:lnTo>
                  <a:pt x="0" y="31896"/>
                </a:lnTo>
                <a:cubicBezTo>
                  <a:pt x="0" y="14292"/>
                  <a:pt x="14292" y="0"/>
                  <a:pt x="3189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3" name="Text 61"/>
          <p:cNvSpPr/>
          <p:nvPr/>
        </p:nvSpPr>
        <p:spPr>
          <a:xfrm>
            <a:off x="11146555" y="4289925"/>
            <a:ext cx="582090" cy="191372"/>
          </a:xfrm>
          <a:prstGeom prst="rect">
            <a:avLst/>
          </a:prstGeom>
          <a:noFill/>
          <a:ln/>
        </p:spPr>
        <p:txBody>
          <a:bodyPr wrap="square" lIns="63791" tIns="31895" rIns="63791" bIns="31895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86874" y="4608879"/>
            <a:ext cx="5454106" cy="318954"/>
          </a:xfrm>
          <a:custGeom>
            <a:avLst/>
            <a:gdLst/>
            <a:ahLst/>
            <a:cxnLst/>
            <a:rect l="l" t="t" r="r" b="b"/>
            <a:pathLst>
              <a:path w="5454106" h="318954">
                <a:moveTo>
                  <a:pt x="63791" y="0"/>
                </a:moveTo>
                <a:lnTo>
                  <a:pt x="5390315" y="0"/>
                </a:lnTo>
                <a:cubicBezTo>
                  <a:pt x="5425546" y="0"/>
                  <a:pt x="5454106" y="28560"/>
                  <a:pt x="5454106" y="63791"/>
                </a:cubicBezTo>
                <a:lnTo>
                  <a:pt x="5454106" y="255163"/>
                </a:lnTo>
                <a:cubicBezTo>
                  <a:pt x="5454106" y="290393"/>
                  <a:pt x="5425546" y="318954"/>
                  <a:pt x="5390315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Shape 63"/>
          <p:cNvSpPr/>
          <p:nvPr/>
        </p:nvSpPr>
        <p:spPr>
          <a:xfrm>
            <a:off x="6366612" y="4704565"/>
            <a:ext cx="127581" cy="127581"/>
          </a:xfrm>
          <a:custGeom>
            <a:avLst/>
            <a:gdLst/>
            <a:ahLst/>
            <a:cxnLst/>
            <a:rect l="l" t="t" r="r" b="b"/>
            <a:pathLst>
              <a:path w="127581" h="127581">
                <a:moveTo>
                  <a:pt x="35957" y="0"/>
                </a:moveTo>
                <a:lnTo>
                  <a:pt x="91774" y="0"/>
                </a:lnTo>
                <a:cubicBezTo>
                  <a:pt x="98377" y="0"/>
                  <a:pt x="103760" y="5432"/>
                  <a:pt x="103510" y="12011"/>
                </a:cubicBezTo>
                <a:cubicBezTo>
                  <a:pt x="103461" y="13331"/>
                  <a:pt x="103411" y="14652"/>
                  <a:pt x="103336" y="15948"/>
                </a:cubicBezTo>
                <a:lnTo>
                  <a:pt x="115695" y="15948"/>
                </a:lnTo>
                <a:cubicBezTo>
                  <a:pt x="122199" y="15948"/>
                  <a:pt x="127930" y="21330"/>
                  <a:pt x="127432" y="28357"/>
                </a:cubicBezTo>
                <a:cubicBezTo>
                  <a:pt x="125563" y="54197"/>
                  <a:pt x="112356" y="68401"/>
                  <a:pt x="98028" y="75826"/>
                </a:cubicBezTo>
                <a:cubicBezTo>
                  <a:pt x="94091" y="77870"/>
                  <a:pt x="90079" y="79390"/>
                  <a:pt x="86267" y="80511"/>
                </a:cubicBezTo>
                <a:cubicBezTo>
                  <a:pt x="81233" y="87637"/>
                  <a:pt x="76001" y="91400"/>
                  <a:pt x="71839" y="93419"/>
                </a:cubicBezTo>
                <a:lnTo>
                  <a:pt x="71839" y="111634"/>
                </a:lnTo>
                <a:lnTo>
                  <a:pt x="87787" y="111634"/>
                </a:lnTo>
                <a:cubicBezTo>
                  <a:pt x="92198" y="111634"/>
                  <a:pt x="95761" y="115197"/>
                  <a:pt x="95761" y="119608"/>
                </a:cubicBezTo>
                <a:cubicBezTo>
                  <a:pt x="95761" y="124018"/>
                  <a:pt x="92198" y="127581"/>
                  <a:pt x="87787" y="127581"/>
                </a:cubicBezTo>
                <a:lnTo>
                  <a:pt x="39944" y="127581"/>
                </a:lnTo>
                <a:cubicBezTo>
                  <a:pt x="35533" y="127581"/>
                  <a:pt x="31970" y="124018"/>
                  <a:pt x="31970" y="119608"/>
                </a:cubicBezTo>
                <a:cubicBezTo>
                  <a:pt x="31970" y="115197"/>
                  <a:pt x="35533" y="111634"/>
                  <a:pt x="39944" y="111634"/>
                </a:cubicBezTo>
                <a:lnTo>
                  <a:pt x="55892" y="111634"/>
                </a:lnTo>
                <a:lnTo>
                  <a:pt x="55892" y="93419"/>
                </a:lnTo>
                <a:cubicBezTo>
                  <a:pt x="51905" y="91500"/>
                  <a:pt x="46946" y="87936"/>
                  <a:pt x="42112" y="81383"/>
                </a:cubicBezTo>
                <a:cubicBezTo>
                  <a:pt x="37527" y="80187"/>
                  <a:pt x="32543" y="78368"/>
                  <a:pt x="27684" y="75627"/>
                </a:cubicBezTo>
                <a:cubicBezTo>
                  <a:pt x="14203" y="68077"/>
                  <a:pt x="2043" y="53848"/>
                  <a:pt x="299" y="28307"/>
                </a:cubicBezTo>
                <a:cubicBezTo>
                  <a:pt x="-174" y="21305"/>
                  <a:pt x="5532" y="15923"/>
                  <a:pt x="12036" y="15923"/>
                </a:cubicBezTo>
                <a:lnTo>
                  <a:pt x="24395" y="15923"/>
                </a:lnTo>
                <a:cubicBezTo>
                  <a:pt x="24320" y="14627"/>
                  <a:pt x="24270" y="13331"/>
                  <a:pt x="24221" y="11986"/>
                </a:cubicBezTo>
                <a:cubicBezTo>
                  <a:pt x="23971" y="5382"/>
                  <a:pt x="29354" y="-25"/>
                  <a:pt x="35957" y="-25"/>
                </a:cubicBezTo>
                <a:close/>
                <a:moveTo>
                  <a:pt x="25292" y="27908"/>
                </a:moveTo>
                <a:lnTo>
                  <a:pt x="12235" y="27908"/>
                </a:lnTo>
                <a:cubicBezTo>
                  <a:pt x="13780" y="49014"/>
                  <a:pt x="23473" y="59580"/>
                  <a:pt x="33465" y="65186"/>
                </a:cubicBezTo>
                <a:cubicBezTo>
                  <a:pt x="29877" y="55892"/>
                  <a:pt x="26912" y="43756"/>
                  <a:pt x="25292" y="27908"/>
                </a:cubicBezTo>
                <a:close/>
                <a:moveTo>
                  <a:pt x="94689" y="63990"/>
                </a:moveTo>
                <a:cubicBezTo>
                  <a:pt x="104781" y="58060"/>
                  <a:pt x="113901" y="47519"/>
                  <a:pt x="115446" y="27908"/>
                </a:cubicBezTo>
                <a:lnTo>
                  <a:pt x="102414" y="27908"/>
                </a:lnTo>
                <a:cubicBezTo>
                  <a:pt x="100869" y="43084"/>
                  <a:pt x="98078" y="54870"/>
                  <a:pt x="94689" y="6399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6" name="Text 64"/>
          <p:cNvSpPr/>
          <p:nvPr/>
        </p:nvSpPr>
        <p:spPr>
          <a:xfrm>
            <a:off x="6573932" y="4688617"/>
            <a:ext cx="829279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&amp; Badges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112292" y="4672670"/>
            <a:ext cx="566143" cy="191372"/>
          </a:xfrm>
          <a:custGeom>
            <a:avLst/>
            <a:gdLst/>
            <a:ahLst/>
            <a:cxnLst/>
            <a:rect l="l" t="t" r="r" b="b"/>
            <a:pathLst>
              <a:path w="566143" h="191372">
                <a:moveTo>
                  <a:pt x="31896" y="0"/>
                </a:moveTo>
                <a:lnTo>
                  <a:pt x="534247" y="0"/>
                </a:lnTo>
                <a:cubicBezTo>
                  <a:pt x="551862" y="0"/>
                  <a:pt x="566143" y="14280"/>
                  <a:pt x="566143" y="31896"/>
                </a:cubicBezTo>
                <a:lnTo>
                  <a:pt x="566143" y="159476"/>
                </a:lnTo>
                <a:cubicBezTo>
                  <a:pt x="566143" y="177092"/>
                  <a:pt x="551862" y="191372"/>
                  <a:pt x="534247" y="191372"/>
                </a:cubicBezTo>
                <a:lnTo>
                  <a:pt x="31896" y="191372"/>
                </a:lnTo>
                <a:cubicBezTo>
                  <a:pt x="14280" y="191372"/>
                  <a:pt x="0" y="177092"/>
                  <a:pt x="0" y="159476"/>
                </a:cubicBezTo>
                <a:lnTo>
                  <a:pt x="0" y="31896"/>
                </a:lnTo>
                <a:cubicBezTo>
                  <a:pt x="0" y="14292"/>
                  <a:pt x="14292" y="0"/>
                  <a:pt x="31896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8" name="Text 66"/>
          <p:cNvSpPr/>
          <p:nvPr/>
        </p:nvSpPr>
        <p:spPr>
          <a:xfrm>
            <a:off x="11112292" y="4672670"/>
            <a:ext cx="613986" cy="191372"/>
          </a:xfrm>
          <a:prstGeom prst="rect">
            <a:avLst/>
          </a:prstGeom>
          <a:noFill/>
          <a:ln/>
        </p:spPr>
        <p:txBody>
          <a:bodyPr wrap="square" lIns="63791" tIns="31895" rIns="63791" bIns="31895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86874" y="4991623"/>
            <a:ext cx="5454106" cy="318954"/>
          </a:xfrm>
          <a:custGeom>
            <a:avLst/>
            <a:gdLst/>
            <a:ahLst/>
            <a:cxnLst/>
            <a:rect l="l" t="t" r="r" b="b"/>
            <a:pathLst>
              <a:path w="5454106" h="318954">
                <a:moveTo>
                  <a:pt x="63791" y="0"/>
                </a:moveTo>
                <a:lnTo>
                  <a:pt x="5390315" y="0"/>
                </a:lnTo>
                <a:cubicBezTo>
                  <a:pt x="5425546" y="0"/>
                  <a:pt x="5454106" y="28560"/>
                  <a:pt x="5454106" y="63791"/>
                </a:cubicBezTo>
                <a:lnTo>
                  <a:pt x="5454106" y="255163"/>
                </a:lnTo>
                <a:cubicBezTo>
                  <a:pt x="5454106" y="290393"/>
                  <a:pt x="5425546" y="318954"/>
                  <a:pt x="5390315" y="318954"/>
                </a:cubicBezTo>
                <a:lnTo>
                  <a:pt x="63791" y="318954"/>
                </a:lnTo>
                <a:cubicBezTo>
                  <a:pt x="28560" y="318954"/>
                  <a:pt x="0" y="290393"/>
                  <a:pt x="0" y="255163"/>
                </a:cubicBezTo>
                <a:lnTo>
                  <a:pt x="0" y="63791"/>
                </a:lnTo>
                <a:cubicBezTo>
                  <a:pt x="0" y="28560"/>
                  <a:pt x="28560" y="0"/>
                  <a:pt x="6379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0" name="Shape 68"/>
          <p:cNvSpPr/>
          <p:nvPr/>
        </p:nvSpPr>
        <p:spPr>
          <a:xfrm>
            <a:off x="6374586" y="5087309"/>
            <a:ext cx="111634" cy="127581"/>
          </a:xfrm>
          <a:custGeom>
            <a:avLst/>
            <a:gdLst/>
            <a:ahLst/>
            <a:cxnLst/>
            <a:rect l="l" t="t" r="r" b="b"/>
            <a:pathLst>
              <a:path w="111634" h="127581">
                <a:moveTo>
                  <a:pt x="55817" y="83725"/>
                </a:moveTo>
                <a:cubicBezTo>
                  <a:pt x="74406" y="83725"/>
                  <a:pt x="90304" y="72163"/>
                  <a:pt x="96683" y="55817"/>
                </a:cubicBezTo>
                <a:lnTo>
                  <a:pt x="97680" y="55817"/>
                </a:lnTo>
                <a:cubicBezTo>
                  <a:pt x="100994" y="55817"/>
                  <a:pt x="103660" y="53151"/>
                  <a:pt x="103660" y="49836"/>
                </a:cubicBezTo>
                <a:lnTo>
                  <a:pt x="103660" y="29902"/>
                </a:lnTo>
                <a:cubicBezTo>
                  <a:pt x="103660" y="26588"/>
                  <a:pt x="100994" y="23922"/>
                  <a:pt x="97680" y="23922"/>
                </a:cubicBezTo>
                <a:lnTo>
                  <a:pt x="96683" y="23922"/>
                </a:lnTo>
                <a:cubicBezTo>
                  <a:pt x="90304" y="7575"/>
                  <a:pt x="74406" y="-3987"/>
                  <a:pt x="55817" y="-3987"/>
                </a:cubicBezTo>
                <a:cubicBezTo>
                  <a:pt x="37228" y="-3987"/>
                  <a:pt x="21330" y="7575"/>
                  <a:pt x="14951" y="23922"/>
                </a:cubicBezTo>
                <a:lnTo>
                  <a:pt x="13954" y="23922"/>
                </a:lnTo>
                <a:cubicBezTo>
                  <a:pt x="10640" y="23922"/>
                  <a:pt x="7974" y="26588"/>
                  <a:pt x="7974" y="29902"/>
                </a:cubicBezTo>
                <a:lnTo>
                  <a:pt x="7974" y="49836"/>
                </a:lnTo>
                <a:cubicBezTo>
                  <a:pt x="7974" y="53151"/>
                  <a:pt x="10640" y="55817"/>
                  <a:pt x="13954" y="55817"/>
                </a:cubicBezTo>
                <a:lnTo>
                  <a:pt x="14951" y="55817"/>
                </a:lnTo>
                <a:cubicBezTo>
                  <a:pt x="21330" y="72163"/>
                  <a:pt x="37228" y="83725"/>
                  <a:pt x="55817" y="83725"/>
                </a:cubicBezTo>
                <a:close/>
                <a:moveTo>
                  <a:pt x="51830" y="19935"/>
                </a:moveTo>
                <a:lnTo>
                  <a:pt x="59804" y="19935"/>
                </a:lnTo>
                <a:cubicBezTo>
                  <a:pt x="73010" y="19935"/>
                  <a:pt x="83725" y="30649"/>
                  <a:pt x="83725" y="43856"/>
                </a:cubicBezTo>
                <a:cubicBezTo>
                  <a:pt x="83725" y="57063"/>
                  <a:pt x="73010" y="67778"/>
                  <a:pt x="59804" y="67778"/>
                </a:cubicBezTo>
                <a:lnTo>
                  <a:pt x="51830" y="67778"/>
                </a:lnTo>
                <a:cubicBezTo>
                  <a:pt x="38623" y="67778"/>
                  <a:pt x="27908" y="57063"/>
                  <a:pt x="27908" y="43856"/>
                </a:cubicBezTo>
                <a:cubicBezTo>
                  <a:pt x="27908" y="30649"/>
                  <a:pt x="38623" y="19935"/>
                  <a:pt x="51830" y="19935"/>
                </a:cubicBezTo>
                <a:close/>
                <a:moveTo>
                  <a:pt x="3987" y="120754"/>
                </a:moveTo>
                <a:cubicBezTo>
                  <a:pt x="3987" y="124516"/>
                  <a:pt x="7052" y="127581"/>
                  <a:pt x="10815" y="127581"/>
                </a:cubicBezTo>
                <a:lnTo>
                  <a:pt x="23922" y="127581"/>
                </a:lnTo>
                <a:lnTo>
                  <a:pt x="23922" y="115621"/>
                </a:lnTo>
                <a:cubicBezTo>
                  <a:pt x="23922" y="111210"/>
                  <a:pt x="27485" y="107647"/>
                  <a:pt x="31895" y="107647"/>
                </a:cubicBezTo>
                <a:lnTo>
                  <a:pt x="79738" y="107647"/>
                </a:lnTo>
                <a:cubicBezTo>
                  <a:pt x="84149" y="107647"/>
                  <a:pt x="87712" y="111210"/>
                  <a:pt x="87712" y="115621"/>
                </a:cubicBezTo>
                <a:lnTo>
                  <a:pt x="87712" y="127581"/>
                </a:lnTo>
                <a:lnTo>
                  <a:pt x="100819" y="127581"/>
                </a:lnTo>
                <a:cubicBezTo>
                  <a:pt x="104582" y="127581"/>
                  <a:pt x="107647" y="124516"/>
                  <a:pt x="107647" y="120754"/>
                </a:cubicBezTo>
                <a:cubicBezTo>
                  <a:pt x="107647" y="105853"/>
                  <a:pt x="99698" y="92796"/>
                  <a:pt x="87812" y="85619"/>
                </a:cubicBezTo>
                <a:cubicBezTo>
                  <a:pt x="78742" y="91973"/>
                  <a:pt x="67728" y="95686"/>
                  <a:pt x="55817" y="95686"/>
                </a:cubicBezTo>
                <a:cubicBezTo>
                  <a:pt x="43906" y="95686"/>
                  <a:pt x="32892" y="91973"/>
                  <a:pt x="23822" y="85619"/>
                </a:cubicBezTo>
                <a:cubicBezTo>
                  <a:pt x="11936" y="92796"/>
                  <a:pt x="3987" y="105853"/>
                  <a:pt x="3987" y="120754"/>
                </a:cubicBezTo>
                <a:close/>
                <a:moveTo>
                  <a:pt x="45675" y="35259"/>
                </a:moveTo>
                <a:cubicBezTo>
                  <a:pt x="45451" y="34437"/>
                  <a:pt x="44703" y="33889"/>
                  <a:pt x="43856" y="33889"/>
                </a:cubicBezTo>
                <a:cubicBezTo>
                  <a:pt x="43009" y="33889"/>
                  <a:pt x="42261" y="34437"/>
                  <a:pt x="42037" y="35259"/>
                </a:cubicBezTo>
                <a:lnTo>
                  <a:pt x="40542" y="40542"/>
                </a:lnTo>
                <a:lnTo>
                  <a:pt x="35259" y="42037"/>
                </a:lnTo>
                <a:cubicBezTo>
                  <a:pt x="34437" y="42261"/>
                  <a:pt x="33889" y="43009"/>
                  <a:pt x="33889" y="43856"/>
                </a:cubicBezTo>
                <a:cubicBezTo>
                  <a:pt x="33889" y="44703"/>
                  <a:pt x="34437" y="45451"/>
                  <a:pt x="35259" y="45675"/>
                </a:cubicBezTo>
                <a:lnTo>
                  <a:pt x="40542" y="47170"/>
                </a:lnTo>
                <a:lnTo>
                  <a:pt x="42037" y="52453"/>
                </a:lnTo>
                <a:cubicBezTo>
                  <a:pt x="42261" y="53275"/>
                  <a:pt x="43009" y="53823"/>
                  <a:pt x="43856" y="53823"/>
                </a:cubicBezTo>
                <a:cubicBezTo>
                  <a:pt x="44703" y="53823"/>
                  <a:pt x="45451" y="53275"/>
                  <a:pt x="45675" y="52453"/>
                </a:cubicBezTo>
                <a:lnTo>
                  <a:pt x="47170" y="47170"/>
                </a:lnTo>
                <a:lnTo>
                  <a:pt x="52453" y="45675"/>
                </a:lnTo>
                <a:cubicBezTo>
                  <a:pt x="53275" y="45451"/>
                  <a:pt x="53823" y="44703"/>
                  <a:pt x="53823" y="43856"/>
                </a:cubicBezTo>
                <a:cubicBezTo>
                  <a:pt x="53823" y="43009"/>
                  <a:pt x="53275" y="42261"/>
                  <a:pt x="52453" y="42037"/>
                </a:cubicBezTo>
                <a:lnTo>
                  <a:pt x="47170" y="40542"/>
                </a:lnTo>
                <a:lnTo>
                  <a:pt x="45675" y="35259"/>
                </a:lnTo>
                <a:close/>
                <a:moveTo>
                  <a:pt x="37876" y="121601"/>
                </a:moveTo>
                <a:lnTo>
                  <a:pt x="37876" y="127581"/>
                </a:lnTo>
                <a:lnTo>
                  <a:pt x="49836" y="127581"/>
                </a:lnTo>
                <a:lnTo>
                  <a:pt x="49836" y="121601"/>
                </a:lnTo>
                <a:cubicBezTo>
                  <a:pt x="49836" y="118287"/>
                  <a:pt x="47170" y="115621"/>
                  <a:pt x="43856" y="115621"/>
                </a:cubicBezTo>
                <a:cubicBezTo>
                  <a:pt x="40542" y="115621"/>
                  <a:pt x="37876" y="118287"/>
                  <a:pt x="37876" y="121601"/>
                </a:cubicBezTo>
                <a:close/>
                <a:moveTo>
                  <a:pt x="67778" y="115621"/>
                </a:moveTo>
                <a:cubicBezTo>
                  <a:pt x="64464" y="115621"/>
                  <a:pt x="61797" y="118287"/>
                  <a:pt x="61797" y="121601"/>
                </a:cubicBezTo>
                <a:lnTo>
                  <a:pt x="61797" y="127581"/>
                </a:lnTo>
                <a:lnTo>
                  <a:pt x="73758" y="127581"/>
                </a:lnTo>
                <a:lnTo>
                  <a:pt x="73758" y="121601"/>
                </a:lnTo>
                <a:cubicBezTo>
                  <a:pt x="73758" y="118287"/>
                  <a:pt x="71092" y="115621"/>
                  <a:pt x="67778" y="11562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1" name="Text 69"/>
          <p:cNvSpPr/>
          <p:nvPr/>
        </p:nvSpPr>
        <p:spPr>
          <a:xfrm>
            <a:off x="6573932" y="5071362"/>
            <a:ext cx="980782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9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Avatars &amp; Rewards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042957" y="5055414"/>
            <a:ext cx="637907" cy="191372"/>
          </a:xfrm>
          <a:custGeom>
            <a:avLst/>
            <a:gdLst/>
            <a:ahLst/>
            <a:cxnLst/>
            <a:rect l="l" t="t" r="r" b="b"/>
            <a:pathLst>
              <a:path w="637907" h="191372">
                <a:moveTo>
                  <a:pt x="31896" y="0"/>
                </a:moveTo>
                <a:lnTo>
                  <a:pt x="606011" y="0"/>
                </a:lnTo>
                <a:cubicBezTo>
                  <a:pt x="623627" y="0"/>
                  <a:pt x="637907" y="14280"/>
                  <a:pt x="637907" y="31896"/>
                </a:cubicBezTo>
                <a:lnTo>
                  <a:pt x="637907" y="159476"/>
                </a:lnTo>
                <a:cubicBezTo>
                  <a:pt x="637907" y="177092"/>
                  <a:pt x="623627" y="191372"/>
                  <a:pt x="606011" y="191372"/>
                </a:cubicBezTo>
                <a:lnTo>
                  <a:pt x="31896" y="191372"/>
                </a:lnTo>
                <a:cubicBezTo>
                  <a:pt x="14280" y="191372"/>
                  <a:pt x="0" y="177092"/>
                  <a:pt x="0" y="159476"/>
                </a:cubicBezTo>
                <a:lnTo>
                  <a:pt x="0" y="31896"/>
                </a:lnTo>
                <a:cubicBezTo>
                  <a:pt x="0" y="14292"/>
                  <a:pt x="14292" y="0"/>
                  <a:pt x="31896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3" name="Text 71"/>
          <p:cNvSpPr/>
          <p:nvPr/>
        </p:nvSpPr>
        <p:spPr>
          <a:xfrm>
            <a:off x="11042957" y="5055414"/>
            <a:ext cx="685750" cy="191372"/>
          </a:xfrm>
          <a:prstGeom prst="rect">
            <a:avLst/>
          </a:prstGeom>
          <a:noFill/>
          <a:ln/>
        </p:spPr>
        <p:txBody>
          <a:bodyPr wrap="square" lIns="63791" tIns="31895" rIns="63791" bIns="31895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18954" y="5629530"/>
            <a:ext cx="11554093" cy="701698"/>
          </a:xfrm>
          <a:custGeom>
            <a:avLst/>
            <a:gdLst/>
            <a:ahLst/>
            <a:cxnLst/>
            <a:rect l="l" t="t" r="r" b="b"/>
            <a:pathLst>
              <a:path w="11554093" h="701698">
                <a:moveTo>
                  <a:pt x="95684" y="0"/>
                </a:moveTo>
                <a:lnTo>
                  <a:pt x="11458409" y="0"/>
                </a:lnTo>
                <a:cubicBezTo>
                  <a:pt x="11511254" y="0"/>
                  <a:pt x="11554093" y="42839"/>
                  <a:pt x="11554093" y="95684"/>
                </a:cubicBezTo>
                <a:lnTo>
                  <a:pt x="11554093" y="606014"/>
                </a:lnTo>
                <a:cubicBezTo>
                  <a:pt x="11554093" y="658859"/>
                  <a:pt x="11511254" y="701698"/>
                  <a:pt x="11458409" y="701698"/>
                </a:cubicBezTo>
                <a:lnTo>
                  <a:pt x="95684" y="701698"/>
                </a:lnTo>
                <a:cubicBezTo>
                  <a:pt x="42874" y="701698"/>
                  <a:pt x="0" y="658823"/>
                  <a:pt x="0" y="606014"/>
                </a:cubicBezTo>
                <a:lnTo>
                  <a:pt x="0" y="95684"/>
                </a:lnTo>
                <a:cubicBezTo>
                  <a:pt x="0" y="42874"/>
                  <a:pt x="42874" y="0"/>
                  <a:pt x="95684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75" name="Shape 73"/>
          <p:cNvSpPr/>
          <p:nvPr/>
        </p:nvSpPr>
        <p:spPr>
          <a:xfrm>
            <a:off x="446535" y="5836850"/>
            <a:ext cx="358823" cy="287058"/>
          </a:xfrm>
          <a:custGeom>
            <a:avLst/>
            <a:gdLst/>
            <a:ahLst/>
            <a:cxnLst/>
            <a:rect l="l" t="t" r="r" b="b"/>
            <a:pathLst>
              <a:path w="358823" h="287058">
                <a:moveTo>
                  <a:pt x="197353" y="0"/>
                </a:moveTo>
                <a:cubicBezTo>
                  <a:pt x="197353" y="-9924"/>
                  <a:pt x="189335" y="-17941"/>
                  <a:pt x="179411" y="-17941"/>
                </a:cubicBezTo>
                <a:cubicBezTo>
                  <a:pt x="169488" y="-17941"/>
                  <a:pt x="161470" y="-9924"/>
                  <a:pt x="161470" y="0"/>
                </a:cubicBezTo>
                <a:lnTo>
                  <a:pt x="161470" y="35882"/>
                </a:lnTo>
                <a:lnTo>
                  <a:pt x="107647" y="35882"/>
                </a:lnTo>
                <a:cubicBezTo>
                  <a:pt x="77932" y="35882"/>
                  <a:pt x="53823" y="59991"/>
                  <a:pt x="53823" y="89706"/>
                </a:cubicBezTo>
                <a:lnTo>
                  <a:pt x="53823" y="215294"/>
                </a:lnTo>
                <a:cubicBezTo>
                  <a:pt x="53823" y="245009"/>
                  <a:pt x="77932" y="269117"/>
                  <a:pt x="107647" y="269117"/>
                </a:cubicBezTo>
                <a:lnTo>
                  <a:pt x="251176" y="269117"/>
                </a:lnTo>
                <a:cubicBezTo>
                  <a:pt x="280891" y="269117"/>
                  <a:pt x="304999" y="245009"/>
                  <a:pt x="304999" y="215294"/>
                </a:cubicBezTo>
                <a:lnTo>
                  <a:pt x="304999" y="89706"/>
                </a:lnTo>
                <a:cubicBezTo>
                  <a:pt x="304999" y="59991"/>
                  <a:pt x="280891" y="35882"/>
                  <a:pt x="251176" y="35882"/>
                </a:cubicBezTo>
                <a:lnTo>
                  <a:pt x="197353" y="35882"/>
                </a:lnTo>
                <a:lnTo>
                  <a:pt x="197353" y="0"/>
                </a:lnTo>
                <a:close/>
                <a:moveTo>
                  <a:pt x="89706" y="206323"/>
                </a:moveTo>
                <a:cubicBezTo>
                  <a:pt x="89706" y="198866"/>
                  <a:pt x="95705" y="192867"/>
                  <a:pt x="103162" y="192867"/>
                </a:cubicBezTo>
                <a:lnTo>
                  <a:pt x="121103" y="192867"/>
                </a:lnTo>
                <a:cubicBezTo>
                  <a:pt x="128559" y="192867"/>
                  <a:pt x="134559" y="198866"/>
                  <a:pt x="134559" y="206323"/>
                </a:cubicBezTo>
                <a:cubicBezTo>
                  <a:pt x="134559" y="213780"/>
                  <a:pt x="128559" y="219779"/>
                  <a:pt x="121103" y="219779"/>
                </a:cubicBezTo>
                <a:lnTo>
                  <a:pt x="103162" y="219779"/>
                </a:lnTo>
                <a:cubicBezTo>
                  <a:pt x="95705" y="219779"/>
                  <a:pt x="89706" y="213780"/>
                  <a:pt x="89706" y="206323"/>
                </a:cubicBezTo>
                <a:close/>
                <a:moveTo>
                  <a:pt x="156985" y="206323"/>
                </a:moveTo>
                <a:cubicBezTo>
                  <a:pt x="156985" y="198866"/>
                  <a:pt x="162984" y="192867"/>
                  <a:pt x="170441" y="192867"/>
                </a:cubicBezTo>
                <a:lnTo>
                  <a:pt x="188382" y="192867"/>
                </a:lnTo>
                <a:cubicBezTo>
                  <a:pt x="195839" y="192867"/>
                  <a:pt x="201838" y="198866"/>
                  <a:pt x="201838" y="206323"/>
                </a:cubicBezTo>
                <a:cubicBezTo>
                  <a:pt x="201838" y="213780"/>
                  <a:pt x="195839" y="219779"/>
                  <a:pt x="188382" y="219779"/>
                </a:cubicBezTo>
                <a:lnTo>
                  <a:pt x="170441" y="219779"/>
                </a:lnTo>
                <a:cubicBezTo>
                  <a:pt x="162984" y="219779"/>
                  <a:pt x="156985" y="213780"/>
                  <a:pt x="156985" y="206323"/>
                </a:cubicBezTo>
                <a:close/>
                <a:moveTo>
                  <a:pt x="224264" y="206323"/>
                </a:moveTo>
                <a:cubicBezTo>
                  <a:pt x="224264" y="198866"/>
                  <a:pt x="230263" y="192867"/>
                  <a:pt x="237720" y="192867"/>
                </a:cubicBezTo>
                <a:lnTo>
                  <a:pt x="255661" y="192867"/>
                </a:lnTo>
                <a:cubicBezTo>
                  <a:pt x="263118" y="192867"/>
                  <a:pt x="269117" y="198866"/>
                  <a:pt x="269117" y="206323"/>
                </a:cubicBezTo>
                <a:cubicBezTo>
                  <a:pt x="269117" y="213780"/>
                  <a:pt x="263118" y="219779"/>
                  <a:pt x="255661" y="219779"/>
                </a:cubicBezTo>
                <a:lnTo>
                  <a:pt x="237720" y="219779"/>
                </a:lnTo>
                <a:cubicBezTo>
                  <a:pt x="230263" y="219779"/>
                  <a:pt x="224264" y="213780"/>
                  <a:pt x="224264" y="206323"/>
                </a:cubicBezTo>
                <a:close/>
                <a:moveTo>
                  <a:pt x="125588" y="98676"/>
                </a:moveTo>
                <a:cubicBezTo>
                  <a:pt x="140441" y="98676"/>
                  <a:pt x="152500" y="110735"/>
                  <a:pt x="152500" y="125588"/>
                </a:cubicBezTo>
                <a:cubicBezTo>
                  <a:pt x="152500" y="140441"/>
                  <a:pt x="140441" y="152500"/>
                  <a:pt x="125588" y="152500"/>
                </a:cubicBezTo>
                <a:cubicBezTo>
                  <a:pt x="110735" y="152500"/>
                  <a:pt x="98676" y="140441"/>
                  <a:pt x="98676" y="125588"/>
                </a:cubicBezTo>
                <a:cubicBezTo>
                  <a:pt x="98676" y="110735"/>
                  <a:pt x="110735" y="98676"/>
                  <a:pt x="125588" y="98676"/>
                </a:cubicBezTo>
                <a:close/>
                <a:moveTo>
                  <a:pt x="206323" y="125588"/>
                </a:moveTo>
                <a:cubicBezTo>
                  <a:pt x="206323" y="110735"/>
                  <a:pt x="218382" y="98676"/>
                  <a:pt x="233235" y="98676"/>
                </a:cubicBezTo>
                <a:cubicBezTo>
                  <a:pt x="248088" y="98676"/>
                  <a:pt x="260147" y="110735"/>
                  <a:pt x="260147" y="125588"/>
                </a:cubicBezTo>
                <a:cubicBezTo>
                  <a:pt x="260147" y="140441"/>
                  <a:pt x="248088" y="152500"/>
                  <a:pt x="233235" y="152500"/>
                </a:cubicBezTo>
                <a:cubicBezTo>
                  <a:pt x="218382" y="152500"/>
                  <a:pt x="206323" y="140441"/>
                  <a:pt x="206323" y="125588"/>
                </a:cubicBezTo>
                <a:close/>
                <a:moveTo>
                  <a:pt x="35882" y="125588"/>
                </a:moveTo>
                <a:cubicBezTo>
                  <a:pt x="35882" y="115664"/>
                  <a:pt x="27865" y="107647"/>
                  <a:pt x="17941" y="107647"/>
                </a:cubicBezTo>
                <a:cubicBezTo>
                  <a:pt x="8017" y="107647"/>
                  <a:pt x="0" y="115664"/>
                  <a:pt x="0" y="125588"/>
                </a:cubicBezTo>
                <a:lnTo>
                  <a:pt x="0" y="179411"/>
                </a:lnTo>
                <a:cubicBezTo>
                  <a:pt x="0" y="189335"/>
                  <a:pt x="8017" y="197353"/>
                  <a:pt x="17941" y="197353"/>
                </a:cubicBezTo>
                <a:cubicBezTo>
                  <a:pt x="27865" y="197353"/>
                  <a:pt x="35882" y="189335"/>
                  <a:pt x="35882" y="179411"/>
                </a:cubicBezTo>
                <a:lnTo>
                  <a:pt x="35882" y="125588"/>
                </a:lnTo>
                <a:close/>
                <a:moveTo>
                  <a:pt x="340882" y="107647"/>
                </a:moveTo>
                <a:cubicBezTo>
                  <a:pt x="330958" y="107647"/>
                  <a:pt x="322940" y="115664"/>
                  <a:pt x="322940" y="125588"/>
                </a:cubicBezTo>
                <a:lnTo>
                  <a:pt x="322940" y="179411"/>
                </a:lnTo>
                <a:cubicBezTo>
                  <a:pt x="322940" y="189335"/>
                  <a:pt x="330958" y="197353"/>
                  <a:pt x="340882" y="197353"/>
                </a:cubicBezTo>
                <a:cubicBezTo>
                  <a:pt x="350805" y="197353"/>
                  <a:pt x="358823" y="189335"/>
                  <a:pt x="358823" y="179411"/>
                </a:cubicBezTo>
                <a:lnTo>
                  <a:pt x="358823" y="125588"/>
                </a:lnTo>
                <a:cubicBezTo>
                  <a:pt x="358823" y="115664"/>
                  <a:pt x="350805" y="107647"/>
                  <a:pt x="340882" y="10764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6" name="Text 74"/>
          <p:cNvSpPr/>
          <p:nvPr/>
        </p:nvSpPr>
        <p:spPr>
          <a:xfrm>
            <a:off x="932939" y="5773060"/>
            <a:ext cx="528665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AI-Native Difference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32939" y="5996327"/>
            <a:ext cx="5270708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not an add-on feature—it's the foundational intelligence layer that powers every capability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975491" y="5757112"/>
            <a:ext cx="765489" cy="28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8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039282" y="6044170"/>
            <a:ext cx="701698" cy="15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9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AI-Integrated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Roadmap: Phased Transformation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62050"/>
            <a:ext cx="2771775" cy="3219450"/>
          </a:xfrm>
          <a:custGeom>
            <a:avLst/>
            <a:gdLst/>
            <a:ahLst/>
            <a:cxnLst/>
            <a:rect l="l" t="t" r="r" b="b"/>
            <a:pathLst>
              <a:path w="2771775" h="32194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105142"/>
                </a:lnTo>
                <a:cubicBezTo>
                  <a:pt x="2771775" y="3168273"/>
                  <a:pt x="2720598" y="3219450"/>
                  <a:pt x="2657467" y="3219450"/>
                </a:cubicBezTo>
                <a:lnTo>
                  <a:pt x="114308" y="3219450"/>
                </a:lnTo>
                <a:cubicBezTo>
                  <a:pt x="51177" y="3219450"/>
                  <a:pt x="0" y="3168273"/>
                  <a:pt x="0" y="31051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81000" y="11620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33400" y="1352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495300" y="1352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3335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60020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1-2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9113" y="1905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713333" y="1866900"/>
            <a:ext cx="2352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Definition: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Stakeholder workshops, scope confirmation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8163" y="2362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754187" y="23241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Design: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journeys, interface mockups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8163" y="2819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750540" y="27813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Setup: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Infrastructure provisioning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8163" y="3276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756940" y="32385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Design: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Schema, relationships, security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3733800"/>
            <a:ext cx="2466975" cy="495300"/>
          </a:xfrm>
          <a:custGeom>
            <a:avLst/>
            <a:gdLst/>
            <a:ahLst/>
            <a:cxnLst/>
            <a:rect l="l" t="t" r="r" b="b"/>
            <a:pathLst>
              <a:path w="2466975" h="495300">
                <a:moveTo>
                  <a:pt x="76202" y="0"/>
                </a:moveTo>
                <a:lnTo>
                  <a:pt x="2390773" y="0"/>
                </a:lnTo>
                <a:cubicBezTo>
                  <a:pt x="2432858" y="0"/>
                  <a:pt x="2466975" y="34117"/>
                  <a:pt x="2466975" y="76202"/>
                </a:cubicBezTo>
                <a:lnTo>
                  <a:pt x="2466975" y="419098"/>
                </a:lnTo>
                <a:cubicBezTo>
                  <a:pt x="2466975" y="461183"/>
                  <a:pt x="2432858" y="495300"/>
                  <a:pt x="23907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581025" y="38100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263" y="39624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Architecture &amp; UI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67075" y="1162050"/>
            <a:ext cx="2771775" cy="3219450"/>
          </a:xfrm>
          <a:custGeom>
            <a:avLst/>
            <a:gdLst/>
            <a:ahLst/>
            <a:cxnLst/>
            <a:rect l="l" t="t" r="r" b="b"/>
            <a:pathLst>
              <a:path w="2771775" h="32194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105142"/>
                </a:lnTo>
                <a:cubicBezTo>
                  <a:pt x="2771775" y="3168273"/>
                  <a:pt x="2720598" y="3219450"/>
                  <a:pt x="2657467" y="3219450"/>
                </a:cubicBezTo>
                <a:lnTo>
                  <a:pt x="114308" y="3219450"/>
                </a:lnTo>
                <a:cubicBezTo>
                  <a:pt x="51177" y="3219450"/>
                  <a:pt x="0" y="3168273"/>
                  <a:pt x="0" y="31051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3267075" y="11620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3419475" y="1352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3381375" y="1352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76675" y="13335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Platform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76675" y="1600200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3-5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9475" y="1905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3629099" y="18669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LMS Core: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 management, content delivery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19475" y="2362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3625751" y="23241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Tracking: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Life progress intelligence system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24238" y="2819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3640485" y="27813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Base: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Enrollment, attendance, timetables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24238" y="3276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3640634" y="32385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Control: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Authentication, authorization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9475" y="3733800"/>
            <a:ext cx="2466975" cy="495300"/>
          </a:xfrm>
          <a:custGeom>
            <a:avLst/>
            <a:gdLst/>
            <a:ahLst/>
            <a:cxnLst/>
            <a:rect l="l" t="t" r="r" b="b"/>
            <a:pathLst>
              <a:path w="2466975" h="495300">
                <a:moveTo>
                  <a:pt x="76202" y="0"/>
                </a:moveTo>
                <a:lnTo>
                  <a:pt x="2390773" y="0"/>
                </a:lnTo>
                <a:cubicBezTo>
                  <a:pt x="2432858" y="0"/>
                  <a:pt x="2466975" y="34117"/>
                  <a:pt x="2466975" y="76202"/>
                </a:cubicBezTo>
                <a:lnTo>
                  <a:pt x="2466975" y="419098"/>
                </a:lnTo>
                <a:cubicBezTo>
                  <a:pt x="2466975" y="461183"/>
                  <a:pt x="2432858" y="495300"/>
                  <a:pt x="23907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3467100" y="38100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62338" y="39624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Core System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53150" y="1162050"/>
            <a:ext cx="2771775" cy="3219450"/>
          </a:xfrm>
          <a:custGeom>
            <a:avLst/>
            <a:gdLst/>
            <a:ahLst/>
            <a:cxnLst/>
            <a:rect l="l" t="t" r="r" b="b"/>
            <a:pathLst>
              <a:path w="2771775" h="32194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105142"/>
                </a:lnTo>
                <a:cubicBezTo>
                  <a:pt x="2771775" y="3168273"/>
                  <a:pt x="2720598" y="3219450"/>
                  <a:pt x="2657467" y="3219450"/>
                </a:cubicBezTo>
                <a:lnTo>
                  <a:pt x="114308" y="3219450"/>
                </a:lnTo>
                <a:cubicBezTo>
                  <a:pt x="51177" y="3219450"/>
                  <a:pt x="0" y="3168273"/>
                  <a:pt x="0" y="31051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6153150" y="11620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6305550" y="1352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6267450" y="1352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62750" y="133350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62750" y="1600200"/>
            <a:ext cx="1076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6-8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4600" y="1905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6548438" y="18669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training, deployment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0313" y="2171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6525369" y="21336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Scoring: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detection, forecasting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10313" y="2628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6522616" y="2590800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Co-Pilot: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Lesson builder, assessments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9838" y="3086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6539731" y="30480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Pipeline: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Dashboards, reporting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5550" y="3543300"/>
            <a:ext cx="2466975" cy="495300"/>
          </a:xfrm>
          <a:custGeom>
            <a:avLst/>
            <a:gdLst/>
            <a:ahLst/>
            <a:cxnLst/>
            <a:rect l="l" t="t" r="r" b="b"/>
            <a:pathLst>
              <a:path w="2466975" h="495300">
                <a:moveTo>
                  <a:pt x="76202" y="0"/>
                </a:moveTo>
                <a:lnTo>
                  <a:pt x="2390773" y="0"/>
                </a:lnTo>
                <a:cubicBezTo>
                  <a:pt x="2432858" y="0"/>
                  <a:pt x="2466975" y="34117"/>
                  <a:pt x="2466975" y="76202"/>
                </a:cubicBezTo>
                <a:lnTo>
                  <a:pt x="2466975" y="419098"/>
                </a:lnTo>
                <a:cubicBezTo>
                  <a:pt x="2466975" y="461183"/>
                  <a:pt x="2432858" y="495300"/>
                  <a:pt x="23907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3" name="Text 51"/>
          <p:cNvSpPr/>
          <p:nvPr/>
        </p:nvSpPr>
        <p:spPr>
          <a:xfrm>
            <a:off x="6353175" y="36195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48413" y="37719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AI-Enabled System Ready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39225" y="1162050"/>
            <a:ext cx="2771775" cy="3219450"/>
          </a:xfrm>
          <a:custGeom>
            <a:avLst/>
            <a:gdLst/>
            <a:ahLst/>
            <a:cxnLst/>
            <a:rect l="l" t="t" r="r" b="b"/>
            <a:pathLst>
              <a:path w="2771775" h="32194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105142"/>
                </a:lnTo>
                <a:cubicBezTo>
                  <a:pt x="2771775" y="3168273"/>
                  <a:pt x="2720598" y="3219450"/>
                  <a:pt x="2657467" y="3219450"/>
                </a:cubicBezTo>
                <a:lnTo>
                  <a:pt x="114308" y="3219450"/>
                </a:lnTo>
                <a:cubicBezTo>
                  <a:pt x="51177" y="3219450"/>
                  <a:pt x="0" y="3168273"/>
                  <a:pt x="0" y="31051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6" name="Shape 54"/>
          <p:cNvSpPr/>
          <p:nvPr/>
        </p:nvSpPr>
        <p:spPr>
          <a:xfrm>
            <a:off x="9039225" y="116205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Shape 55"/>
          <p:cNvSpPr/>
          <p:nvPr/>
        </p:nvSpPr>
        <p:spPr>
          <a:xfrm>
            <a:off x="9191625" y="1352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8" name="Text 56"/>
          <p:cNvSpPr/>
          <p:nvPr/>
        </p:nvSpPr>
        <p:spPr>
          <a:xfrm>
            <a:off x="9153525" y="135255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648825" y="13335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648825" y="1600200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9-10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210675" y="1905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2" name="Text 60"/>
          <p:cNvSpPr/>
          <p:nvPr/>
        </p:nvSpPr>
        <p:spPr>
          <a:xfrm>
            <a:off x="9434513" y="18669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UAT: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validation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210675" y="2171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4" name="Text 62"/>
          <p:cNvSpPr/>
          <p:nvPr/>
        </p:nvSpPr>
        <p:spPr>
          <a:xfrm>
            <a:off x="9434513" y="21336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Load testing, tuning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205913" y="2438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6" name="Text 64"/>
          <p:cNvSpPr/>
          <p:nvPr/>
        </p:nvSpPr>
        <p:spPr>
          <a:xfrm>
            <a:off x="9429304" y="2400300"/>
            <a:ext cx="2295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Audit: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Vulnerability assessment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210675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8" name="Text 66"/>
          <p:cNvSpPr/>
          <p:nvPr/>
        </p:nvSpPr>
        <p:spPr>
          <a:xfrm>
            <a:off x="9434513" y="285750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Training:</a:t>
            </a: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guides, workshops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191625" y="3162300"/>
            <a:ext cx="2466975" cy="495300"/>
          </a:xfrm>
          <a:custGeom>
            <a:avLst/>
            <a:gdLst/>
            <a:ahLst/>
            <a:cxnLst/>
            <a:rect l="l" t="t" r="r" b="b"/>
            <a:pathLst>
              <a:path w="2466975" h="495300">
                <a:moveTo>
                  <a:pt x="76202" y="0"/>
                </a:moveTo>
                <a:lnTo>
                  <a:pt x="2390773" y="0"/>
                </a:lnTo>
                <a:cubicBezTo>
                  <a:pt x="2432858" y="0"/>
                  <a:pt x="2466975" y="34117"/>
                  <a:pt x="2466975" y="76202"/>
                </a:cubicBezTo>
                <a:lnTo>
                  <a:pt x="2466975" y="419098"/>
                </a:lnTo>
                <a:cubicBezTo>
                  <a:pt x="2466975" y="461183"/>
                  <a:pt x="2432858" y="495300"/>
                  <a:pt x="23907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7AE6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0" name="Text 68"/>
          <p:cNvSpPr/>
          <p:nvPr/>
        </p:nvSpPr>
        <p:spPr>
          <a:xfrm>
            <a:off x="9239250" y="32385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234488" y="33909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Go-Live &amp; Production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81000" y="4533900"/>
            <a:ext cx="3705225" cy="1714500"/>
          </a:xfrm>
          <a:custGeom>
            <a:avLst/>
            <a:gdLst/>
            <a:ahLst/>
            <a:cxnLst/>
            <a:rect l="l" t="t" r="r" b="b"/>
            <a:pathLst>
              <a:path w="3705225" h="1714500">
                <a:moveTo>
                  <a:pt x="114306" y="0"/>
                </a:moveTo>
                <a:lnTo>
                  <a:pt x="3590919" y="0"/>
                </a:lnTo>
                <a:cubicBezTo>
                  <a:pt x="3654049" y="0"/>
                  <a:pt x="3705225" y="51176"/>
                  <a:pt x="3705225" y="114306"/>
                </a:cubicBezTo>
                <a:lnTo>
                  <a:pt x="3705225" y="1600194"/>
                </a:lnTo>
                <a:cubicBezTo>
                  <a:pt x="3705225" y="1663324"/>
                  <a:pt x="3654049" y="1714500"/>
                  <a:pt x="3590919" y="1714500"/>
                </a:cubicBezTo>
                <a:lnTo>
                  <a:pt x="114306" y="1714500"/>
                </a:lnTo>
                <a:cubicBezTo>
                  <a:pt x="51176" y="1714500"/>
                  <a:pt x="0" y="1663324"/>
                  <a:pt x="0" y="16001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3" name="Shape 71"/>
          <p:cNvSpPr/>
          <p:nvPr/>
        </p:nvSpPr>
        <p:spPr>
          <a:xfrm>
            <a:off x="535781" y="4733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75009"/>
                </a:moveTo>
                <a:cubicBezTo>
                  <a:pt x="126377" y="75009"/>
                  <a:pt x="141982" y="59404"/>
                  <a:pt x="141982" y="40184"/>
                </a:cubicBezTo>
                <a:cubicBezTo>
                  <a:pt x="141982" y="20963"/>
                  <a:pt x="126377" y="5358"/>
                  <a:pt x="107156" y="5358"/>
                </a:cubicBezTo>
                <a:cubicBezTo>
                  <a:pt x="87935" y="5358"/>
                  <a:pt x="72330" y="20963"/>
                  <a:pt x="72330" y="40184"/>
                </a:cubicBezTo>
                <a:cubicBezTo>
                  <a:pt x="72330" y="59404"/>
                  <a:pt x="87935" y="75009"/>
                  <a:pt x="107156" y="75009"/>
                </a:cubicBezTo>
                <a:close/>
                <a:moveTo>
                  <a:pt x="32147" y="77688"/>
                </a:moveTo>
                <a:cubicBezTo>
                  <a:pt x="45454" y="77688"/>
                  <a:pt x="56257" y="66885"/>
                  <a:pt x="56257" y="53578"/>
                </a:cubicBezTo>
                <a:cubicBezTo>
                  <a:pt x="56257" y="40271"/>
                  <a:pt x="45454" y="29468"/>
                  <a:pt x="32147" y="29468"/>
                </a:cubicBezTo>
                <a:cubicBezTo>
                  <a:pt x="18840" y="29468"/>
                  <a:pt x="8037" y="40271"/>
                  <a:pt x="8037" y="53578"/>
                </a:cubicBezTo>
                <a:cubicBezTo>
                  <a:pt x="8037" y="66885"/>
                  <a:pt x="18840" y="77688"/>
                  <a:pt x="32147" y="77688"/>
                </a:cubicBezTo>
                <a:close/>
                <a:moveTo>
                  <a:pt x="0" y="139303"/>
                </a:move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ubicBezTo>
                  <a:pt x="19188" y="96441"/>
                  <a:pt x="0" y="115628"/>
                  <a:pt x="0" y="139303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  <a:moveTo>
                  <a:pt x="53578" y="144661"/>
                </a:move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16800" y="160734"/>
                </a:lnTo>
                <a:cubicBezTo>
                  <a:pt x="114423" y="153501"/>
                  <a:pt x="114691" y="145866"/>
                  <a:pt x="120383" y="139303"/>
                </a:cubicBezTo>
                <a:cubicBezTo>
                  <a:pt x="115695" y="133878"/>
                  <a:pt x="113519" y="126009"/>
                  <a:pt x="116566" y="118106"/>
                </a:cubicBezTo>
                <a:cubicBezTo>
                  <a:pt x="118776" y="112380"/>
                  <a:pt x="121890" y="107022"/>
                  <a:pt x="125741" y="102267"/>
                </a:cubicBezTo>
                <a:cubicBezTo>
                  <a:pt x="127549" y="100057"/>
                  <a:pt x="129626" y="98349"/>
                  <a:pt x="131869" y="97110"/>
                </a:cubicBezTo>
                <a:cubicBezTo>
                  <a:pt x="124469" y="93259"/>
                  <a:pt x="116064" y="91083"/>
                  <a:pt x="107156" y="91083"/>
                </a:cubicBezTo>
                <a:cubicBezTo>
                  <a:pt x="77554" y="91083"/>
                  <a:pt x="53578" y="115059"/>
                  <a:pt x="53578" y="144661"/>
                </a:cubicBezTo>
                <a:close/>
                <a:moveTo>
                  <a:pt x="209156" y="129893"/>
                </a:moveTo>
                <a:cubicBezTo>
                  <a:pt x="211265" y="128688"/>
                  <a:pt x="212337" y="126176"/>
                  <a:pt x="211433" y="123866"/>
                </a:cubicBezTo>
                <a:cubicBezTo>
                  <a:pt x="209825" y="119714"/>
                  <a:pt x="207582" y="115796"/>
                  <a:pt x="204769" y="112347"/>
                </a:cubicBezTo>
                <a:cubicBezTo>
                  <a:pt x="203229" y="110438"/>
                  <a:pt x="200516" y="110103"/>
                  <a:pt x="198406" y="111342"/>
                </a:cubicBezTo>
                <a:cubicBezTo>
                  <a:pt x="191106" y="115561"/>
                  <a:pt x="182132" y="110404"/>
                  <a:pt x="182132" y="101932"/>
                </a:cubicBezTo>
                <a:cubicBezTo>
                  <a:pt x="182132" y="99488"/>
                  <a:pt x="180491" y="97311"/>
                  <a:pt x="178080" y="96943"/>
                </a:cubicBezTo>
                <a:cubicBezTo>
                  <a:pt x="173761" y="96273"/>
                  <a:pt x="169106" y="96273"/>
                  <a:pt x="164786" y="96943"/>
                </a:cubicBezTo>
                <a:cubicBezTo>
                  <a:pt x="162375" y="97311"/>
                  <a:pt x="160734" y="99488"/>
                  <a:pt x="160734" y="101932"/>
                </a:cubicBezTo>
                <a:cubicBezTo>
                  <a:pt x="160734" y="110371"/>
                  <a:pt x="151760" y="115561"/>
                  <a:pt x="144460" y="111342"/>
                </a:cubicBezTo>
                <a:cubicBezTo>
                  <a:pt x="142350" y="110137"/>
                  <a:pt x="139638" y="110471"/>
                  <a:pt x="138098" y="112347"/>
                </a:cubicBezTo>
                <a:cubicBezTo>
                  <a:pt x="135285" y="115796"/>
                  <a:pt x="133041" y="119714"/>
                  <a:pt x="131434" y="123866"/>
                </a:cubicBezTo>
                <a:cubicBezTo>
                  <a:pt x="130563" y="126143"/>
                  <a:pt x="131601" y="128654"/>
                  <a:pt x="133711" y="129860"/>
                </a:cubicBezTo>
                <a:cubicBezTo>
                  <a:pt x="141044" y="134079"/>
                  <a:pt x="141044" y="144427"/>
                  <a:pt x="133711" y="148679"/>
                </a:cubicBezTo>
                <a:cubicBezTo>
                  <a:pt x="131601" y="149885"/>
                  <a:pt x="130530" y="152396"/>
                  <a:pt x="131434" y="154673"/>
                </a:cubicBezTo>
                <a:cubicBezTo>
                  <a:pt x="133041" y="158826"/>
                  <a:pt x="135285" y="162744"/>
                  <a:pt x="138098" y="166193"/>
                </a:cubicBezTo>
                <a:cubicBezTo>
                  <a:pt x="139638" y="168101"/>
                  <a:pt x="142350" y="168436"/>
                  <a:pt x="144460" y="167197"/>
                </a:cubicBezTo>
                <a:cubicBezTo>
                  <a:pt x="151760" y="162978"/>
                  <a:pt x="160734" y="168168"/>
                  <a:pt x="160734" y="176607"/>
                </a:cubicBezTo>
                <a:cubicBezTo>
                  <a:pt x="160734" y="179051"/>
                  <a:pt x="162375" y="181228"/>
                  <a:pt x="164786" y="181596"/>
                </a:cubicBezTo>
                <a:cubicBezTo>
                  <a:pt x="169106" y="182266"/>
                  <a:pt x="173761" y="182266"/>
                  <a:pt x="178080" y="181596"/>
                </a:cubicBezTo>
                <a:cubicBezTo>
                  <a:pt x="180491" y="181228"/>
                  <a:pt x="182132" y="179051"/>
                  <a:pt x="182132" y="176607"/>
                </a:cubicBezTo>
                <a:cubicBezTo>
                  <a:pt x="182132" y="168168"/>
                  <a:pt x="191106" y="162978"/>
                  <a:pt x="198406" y="167197"/>
                </a:cubicBezTo>
                <a:cubicBezTo>
                  <a:pt x="200516" y="168403"/>
                  <a:pt x="203229" y="168068"/>
                  <a:pt x="204769" y="166193"/>
                </a:cubicBezTo>
                <a:cubicBezTo>
                  <a:pt x="207582" y="162744"/>
                  <a:pt x="209825" y="158826"/>
                  <a:pt x="211433" y="154673"/>
                </a:cubicBezTo>
                <a:cubicBezTo>
                  <a:pt x="212303" y="152396"/>
                  <a:pt x="211265" y="149885"/>
                  <a:pt x="209156" y="148679"/>
                </a:cubicBezTo>
                <a:cubicBezTo>
                  <a:pt x="201822" y="144460"/>
                  <a:pt x="201822" y="134113"/>
                  <a:pt x="209156" y="129860"/>
                </a:cubicBezTo>
                <a:close/>
                <a:moveTo>
                  <a:pt x="158055" y="139303"/>
                </a:moveTo>
                <a:cubicBezTo>
                  <a:pt x="158055" y="131910"/>
                  <a:pt x="164057" y="125909"/>
                  <a:pt x="171450" y="125909"/>
                </a:cubicBezTo>
                <a:cubicBezTo>
                  <a:pt x="178843" y="125909"/>
                  <a:pt x="184845" y="131910"/>
                  <a:pt x="184845" y="139303"/>
                </a:cubicBezTo>
                <a:cubicBezTo>
                  <a:pt x="184845" y="146696"/>
                  <a:pt x="178843" y="152698"/>
                  <a:pt x="171450" y="152698"/>
                </a:cubicBezTo>
                <a:cubicBezTo>
                  <a:pt x="164057" y="152698"/>
                  <a:pt x="158055" y="146696"/>
                  <a:pt x="158055" y="139303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4" name="Text 72"/>
          <p:cNvSpPr/>
          <p:nvPr/>
        </p:nvSpPr>
        <p:spPr>
          <a:xfrm>
            <a:off x="752475" y="468630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Approach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33400" y="50673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156049" y="50673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/ Scrum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33400" y="53340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 Duration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432349" y="53340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Weeks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33400" y="56007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 Reviews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355777" y="56007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Bi-weekly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241750" y="4533900"/>
            <a:ext cx="3705225" cy="1714500"/>
          </a:xfrm>
          <a:custGeom>
            <a:avLst/>
            <a:gdLst/>
            <a:ahLst/>
            <a:cxnLst/>
            <a:rect l="l" t="t" r="r" b="b"/>
            <a:pathLst>
              <a:path w="3705225" h="1714500">
                <a:moveTo>
                  <a:pt x="114306" y="0"/>
                </a:moveTo>
                <a:lnTo>
                  <a:pt x="3590919" y="0"/>
                </a:lnTo>
                <a:cubicBezTo>
                  <a:pt x="3654049" y="0"/>
                  <a:pt x="3705225" y="51176"/>
                  <a:pt x="3705225" y="114306"/>
                </a:cubicBezTo>
                <a:lnTo>
                  <a:pt x="3705225" y="1600194"/>
                </a:lnTo>
                <a:cubicBezTo>
                  <a:pt x="3705225" y="1663324"/>
                  <a:pt x="3654049" y="1714500"/>
                  <a:pt x="3590919" y="1714500"/>
                </a:cubicBezTo>
                <a:lnTo>
                  <a:pt x="114306" y="1714500"/>
                </a:lnTo>
                <a:cubicBezTo>
                  <a:pt x="51176" y="1714500"/>
                  <a:pt x="0" y="1663324"/>
                  <a:pt x="0" y="16001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2" name="Shape 80"/>
          <p:cNvSpPr/>
          <p:nvPr/>
        </p:nvSpPr>
        <p:spPr>
          <a:xfrm>
            <a:off x="4417963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3" name="Text 81"/>
          <p:cNvSpPr/>
          <p:nvPr/>
        </p:nvSpPr>
        <p:spPr>
          <a:xfrm>
            <a:off x="4613225" y="4686300"/>
            <a:ext cx="326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421535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5" name="Text 83"/>
          <p:cNvSpPr/>
          <p:nvPr/>
        </p:nvSpPr>
        <p:spPr>
          <a:xfrm>
            <a:off x="4637038" y="506730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Phased rollout with pilot groups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4421535" y="5372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7" name="Text 85"/>
          <p:cNvSpPr/>
          <p:nvPr/>
        </p:nvSpPr>
        <p:spPr>
          <a:xfrm>
            <a:off x="4637038" y="53340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stakeholder engagement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4421535" y="5638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9" name="Text 87"/>
          <p:cNvSpPr/>
          <p:nvPr/>
        </p:nvSpPr>
        <p:spPr>
          <a:xfrm>
            <a:off x="4637038" y="560070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delivery with feedback loops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8102575" y="4533900"/>
            <a:ext cx="3705225" cy="1714500"/>
          </a:xfrm>
          <a:custGeom>
            <a:avLst/>
            <a:gdLst/>
            <a:ahLst/>
            <a:cxnLst/>
            <a:rect l="l" t="t" r="r" b="b"/>
            <a:pathLst>
              <a:path w="3705225" h="1714500">
                <a:moveTo>
                  <a:pt x="114306" y="0"/>
                </a:moveTo>
                <a:lnTo>
                  <a:pt x="3590919" y="0"/>
                </a:lnTo>
                <a:cubicBezTo>
                  <a:pt x="3654049" y="0"/>
                  <a:pt x="3705225" y="51176"/>
                  <a:pt x="3705225" y="114306"/>
                </a:cubicBezTo>
                <a:lnTo>
                  <a:pt x="3705225" y="1600194"/>
                </a:lnTo>
                <a:cubicBezTo>
                  <a:pt x="3705225" y="1663324"/>
                  <a:pt x="3654049" y="1714500"/>
                  <a:pt x="3590919" y="1714500"/>
                </a:cubicBezTo>
                <a:lnTo>
                  <a:pt x="114306" y="1714500"/>
                </a:lnTo>
                <a:cubicBezTo>
                  <a:pt x="51176" y="1714500"/>
                  <a:pt x="0" y="1663324"/>
                  <a:pt x="0" y="16001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91" name="Text 89"/>
          <p:cNvSpPr/>
          <p:nvPr/>
        </p:nvSpPr>
        <p:spPr>
          <a:xfrm>
            <a:off x="8254975" y="468630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Factors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264500" y="5105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3" name="Text 91"/>
          <p:cNvSpPr/>
          <p:nvPr/>
        </p:nvSpPr>
        <p:spPr>
          <a:xfrm>
            <a:off x="8521675" y="50673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sponsorship and commitment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8264500" y="5372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5" name="Text 93"/>
          <p:cNvSpPr/>
          <p:nvPr/>
        </p:nvSpPr>
        <p:spPr>
          <a:xfrm>
            <a:off x="8521675" y="53340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Cross-functional implementation team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264500" y="5638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7" name="Text 95"/>
          <p:cNvSpPr/>
          <p:nvPr/>
        </p:nvSpPr>
        <p:spPr>
          <a:xfrm>
            <a:off x="8521675" y="5600700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management and training investment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580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kern="0" spc="96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HUMAN-CENTERED 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555761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Management: Ensuring Successful Adoption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18" y="1042051"/>
            <a:ext cx="5661812" cy="3716650"/>
          </a:xfrm>
          <a:custGeom>
            <a:avLst/>
            <a:gdLst/>
            <a:ahLst/>
            <a:cxnLst/>
            <a:rect l="l" t="t" r="r" b="b"/>
            <a:pathLst>
              <a:path w="5661812" h="3716650">
                <a:moveTo>
                  <a:pt x="34735" y="0"/>
                </a:moveTo>
                <a:lnTo>
                  <a:pt x="5557597" y="0"/>
                </a:lnTo>
                <a:cubicBezTo>
                  <a:pt x="5615153" y="0"/>
                  <a:pt x="5661812" y="46659"/>
                  <a:pt x="5661812" y="104215"/>
                </a:cubicBezTo>
                <a:lnTo>
                  <a:pt x="5661812" y="3612435"/>
                </a:lnTo>
                <a:cubicBezTo>
                  <a:pt x="5661812" y="3669991"/>
                  <a:pt x="5615153" y="3716650"/>
                  <a:pt x="5557597" y="3716650"/>
                </a:cubicBezTo>
                <a:lnTo>
                  <a:pt x="34735" y="3716650"/>
                </a:lnTo>
                <a:cubicBezTo>
                  <a:pt x="15551" y="3716650"/>
                  <a:pt x="0" y="3701098"/>
                  <a:pt x="0" y="368191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64718" y="1042051"/>
            <a:ext cx="34735" cy="3716650"/>
          </a:xfrm>
          <a:custGeom>
            <a:avLst/>
            <a:gdLst/>
            <a:ahLst/>
            <a:cxnLst/>
            <a:rect l="l" t="t" r="r" b="b"/>
            <a:pathLst>
              <a:path w="34735" h="3716650">
                <a:moveTo>
                  <a:pt x="34735" y="0"/>
                </a:moveTo>
                <a:lnTo>
                  <a:pt x="34735" y="0"/>
                </a:lnTo>
                <a:lnTo>
                  <a:pt x="34735" y="3716650"/>
                </a:lnTo>
                <a:lnTo>
                  <a:pt x="34735" y="3716650"/>
                </a:lnTo>
                <a:cubicBezTo>
                  <a:pt x="15551" y="3716650"/>
                  <a:pt x="0" y="3701098"/>
                  <a:pt x="0" y="368191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42735" y="1215726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65128" y="21709"/>
                </a:moveTo>
                <a:cubicBezTo>
                  <a:pt x="65128" y="15705"/>
                  <a:pt x="69979" y="10855"/>
                  <a:pt x="75983" y="10855"/>
                </a:cubicBezTo>
                <a:lnTo>
                  <a:pt x="97692" y="10855"/>
                </a:lnTo>
                <a:cubicBezTo>
                  <a:pt x="103696" y="10855"/>
                  <a:pt x="108547" y="15705"/>
                  <a:pt x="108547" y="21709"/>
                </a:cubicBezTo>
                <a:lnTo>
                  <a:pt x="108547" y="43419"/>
                </a:lnTo>
                <a:cubicBezTo>
                  <a:pt x="108547" y="49423"/>
                  <a:pt x="103696" y="54274"/>
                  <a:pt x="97692" y="54274"/>
                </a:cubicBezTo>
                <a:lnTo>
                  <a:pt x="94979" y="54274"/>
                </a:lnTo>
                <a:lnTo>
                  <a:pt x="94979" y="75983"/>
                </a:lnTo>
                <a:lnTo>
                  <a:pt x="135684" y="75983"/>
                </a:lnTo>
                <a:cubicBezTo>
                  <a:pt x="149184" y="75983"/>
                  <a:pt x="160107" y="86905"/>
                  <a:pt x="160107" y="100406"/>
                </a:cubicBezTo>
                <a:lnTo>
                  <a:pt x="160107" y="119402"/>
                </a:lnTo>
                <a:lnTo>
                  <a:pt x="162821" y="119402"/>
                </a:lnTo>
                <a:cubicBezTo>
                  <a:pt x="168825" y="119402"/>
                  <a:pt x="173675" y="124252"/>
                  <a:pt x="173675" y="130256"/>
                </a:cubicBezTo>
                <a:lnTo>
                  <a:pt x="173675" y="151966"/>
                </a:lnTo>
                <a:cubicBezTo>
                  <a:pt x="173675" y="157970"/>
                  <a:pt x="168825" y="162821"/>
                  <a:pt x="162821" y="162821"/>
                </a:cubicBezTo>
                <a:lnTo>
                  <a:pt x="141111" y="162821"/>
                </a:lnTo>
                <a:cubicBezTo>
                  <a:pt x="135107" y="162821"/>
                  <a:pt x="130256" y="157970"/>
                  <a:pt x="130256" y="151966"/>
                </a:cubicBezTo>
                <a:lnTo>
                  <a:pt x="130256" y="130256"/>
                </a:lnTo>
                <a:cubicBezTo>
                  <a:pt x="130256" y="124252"/>
                  <a:pt x="135107" y="119402"/>
                  <a:pt x="141111" y="119402"/>
                </a:cubicBezTo>
                <a:lnTo>
                  <a:pt x="143825" y="119402"/>
                </a:lnTo>
                <a:lnTo>
                  <a:pt x="143825" y="100406"/>
                </a:lnTo>
                <a:cubicBezTo>
                  <a:pt x="143825" y="95894"/>
                  <a:pt x="140195" y="92265"/>
                  <a:pt x="135684" y="92265"/>
                </a:cubicBezTo>
                <a:lnTo>
                  <a:pt x="94979" y="92265"/>
                </a:lnTo>
                <a:lnTo>
                  <a:pt x="94979" y="119402"/>
                </a:lnTo>
                <a:lnTo>
                  <a:pt x="97692" y="119402"/>
                </a:lnTo>
                <a:cubicBezTo>
                  <a:pt x="103696" y="119402"/>
                  <a:pt x="108547" y="124252"/>
                  <a:pt x="108547" y="130256"/>
                </a:cubicBezTo>
                <a:lnTo>
                  <a:pt x="108547" y="151966"/>
                </a:lnTo>
                <a:cubicBezTo>
                  <a:pt x="108547" y="157970"/>
                  <a:pt x="103696" y="162821"/>
                  <a:pt x="97692" y="162821"/>
                </a:cubicBezTo>
                <a:lnTo>
                  <a:pt x="75983" y="162821"/>
                </a:lnTo>
                <a:cubicBezTo>
                  <a:pt x="69979" y="162821"/>
                  <a:pt x="65128" y="157970"/>
                  <a:pt x="65128" y="151966"/>
                </a:cubicBezTo>
                <a:lnTo>
                  <a:pt x="65128" y="130256"/>
                </a:lnTo>
                <a:cubicBezTo>
                  <a:pt x="65128" y="124252"/>
                  <a:pt x="69979" y="119402"/>
                  <a:pt x="75983" y="119402"/>
                </a:cubicBezTo>
                <a:lnTo>
                  <a:pt x="78697" y="119402"/>
                </a:lnTo>
                <a:lnTo>
                  <a:pt x="78697" y="92265"/>
                </a:lnTo>
                <a:lnTo>
                  <a:pt x="37991" y="92265"/>
                </a:lnTo>
                <a:cubicBezTo>
                  <a:pt x="33480" y="92265"/>
                  <a:pt x="29850" y="95894"/>
                  <a:pt x="29850" y="100406"/>
                </a:cubicBezTo>
                <a:lnTo>
                  <a:pt x="29850" y="119402"/>
                </a:lnTo>
                <a:lnTo>
                  <a:pt x="32564" y="119402"/>
                </a:lnTo>
                <a:cubicBezTo>
                  <a:pt x="38568" y="119402"/>
                  <a:pt x="43419" y="124252"/>
                  <a:pt x="43419" y="130256"/>
                </a:cubicBezTo>
                <a:lnTo>
                  <a:pt x="43419" y="151966"/>
                </a:lnTo>
                <a:cubicBezTo>
                  <a:pt x="43419" y="157970"/>
                  <a:pt x="38568" y="162821"/>
                  <a:pt x="32564" y="162821"/>
                </a:cubicBezTo>
                <a:lnTo>
                  <a:pt x="10855" y="162821"/>
                </a:lnTo>
                <a:cubicBezTo>
                  <a:pt x="4851" y="162821"/>
                  <a:pt x="0" y="157970"/>
                  <a:pt x="0" y="151966"/>
                </a:cubicBezTo>
                <a:lnTo>
                  <a:pt x="0" y="130256"/>
                </a:lnTo>
                <a:cubicBezTo>
                  <a:pt x="0" y="124252"/>
                  <a:pt x="4851" y="119402"/>
                  <a:pt x="10855" y="119402"/>
                </a:cubicBezTo>
                <a:lnTo>
                  <a:pt x="13568" y="119402"/>
                </a:lnTo>
                <a:lnTo>
                  <a:pt x="13568" y="100406"/>
                </a:lnTo>
                <a:cubicBezTo>
                  <a:pt x="13568" y="86905"/>
                  <a:pt x="24491" y="75983"/>
                  <a:pt x="37991" y="75983"/>
                </a:cubicBezTo>
                <a:lnTo>
                  <a:pt x="78697" y="75983"/>
                </a:lnTo>
                <a:lnTo>
                  <a:pt x="78697" y="54274"/>
                </a:lnTo>
                <a:lnTo>
                  <a:pt x="75983" y="54274"/>
                </a:lnTo>
                <a:cubicBezTo>
                  <a:pt x="69979" y="54274"/>
                  <a:pt x="65128" y="49423"/>
                  <a:pt x="65128" y="43419"/>
                </a:cubicBezTo>
                <a:lnTo>
                  <a:pt x="65128" y="21709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38120" y="1180991"/>
            <a:ext cx="523630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ADKAR Change Management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026" y="1528342"/>
            <a:ext cx="5436034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Implementing AI-native platforms requires structured change management. The </a:t>
            </a:r>
            <a:r>
              <a:rPr lang="en-US" sz="1094" b="1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ADKAR model</a:t>
            </a:r>
            <a:r>
              <a:rPr lang="en-US" sz="1094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a proven framework for guiding individuals through transformation.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026" y="2084103"/>
            <a:ext cx="5366564" cy="451556"/>
          </a:xfrm>
          <a:custGeom>
            <a:avLst/>
            <a:gdLst/>
            <a:ahLst/>
            <a:cxnLst/>
            <a:rect l="l" t="t" r="r" b="b"/>
            <a:pathLst>
              <a:path w="5366564" h="451556">
                <a:moveTo>
                  <a:pt x="69472" y="0"/>
                </a:moveTo>
                <a:lnTo>
                  <a:pt x="5297092" y="0"/>
                </a:lnTo>
                <a:cubicBezTo>
                  <a:pt x="5335461" y="0"/>
                  <a:pt x="5366564" y="31104"/>
                  <a:pt x="5366564" y="69472"/>
                </a:cubicBezTo>
                <a:lnTo>
                  <a:pt x="5366564" y="382084"/>
                </a:lnTo>
                <a:cubicBezTo>
                  <a:pt x="5366564" y="420452"/>
                  <a:pt x="5335461" y="451556"/>
                  <a:pt x="5297092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590496" y="2170940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38940" y="0"/>
                </a:moveTo>
                <a:lnTo>
                  <a:pt x="138940" y="0"/>
                </a:lnTo>
                <a:cubicBezTo>
                  <a:pt x="215623" y="0"/>
                  <a:pt x="277880" y="62257"/>
                  <a:pt x="277880" y="138940"/>
                </a:cubicBezTo>
                <a:lnTo>
                  <a:pt x="277880" y="138940"/>
                </a:lnTo>
                <a:cubicBezTo>
                  <a:pt x="277880" y="215623"/>
                  <a:pt x="215623" y="277880"/>
                  <a:pt x="138940" y="277880"/>
                </a:cubicBezTo>
                <a:lnTo>
                  <a:pt x="138940" y="277880"/>
                </a:lnTo>
                <a:cubicBezTo>
                  <a:pt x="62257" y="277880"/>
                  <a:pt x="0" y="215623"/>
                  <a:pt x="0" y="138940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560103" y="2170940"/>
            <a:ext cx="33866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2581" y="2153573"/>
            <a:ext cx="1840957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2581" y="2327248"/>
            <a:ext cx="1832274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why change is necessary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026" y="2605128"/>
            <a:ext cx="5366564" cy="451556"/>
          </a:xfrm>
          <a:custGeom>
            <a:avLst/>
            <a:gdLst/>
            <a:ahLst/>
            <a:cxnLst/>
            <a:rect l="l" t="t" r="r" b="b"/>
            <a:pathLst>
              <a:path w="5366564" h="451556">
                <a:moveTo>
                  <a:pt x="69472" y="0"/>
                </a:moveTo>
                <a:lnTo>
                  <a:pt x="5297092" y="0"/>
                </a:lnTo>
                <a:cubicBezTo>
                  <a:pt x="5335461" y="0"/>
                  <a:pt x="5366564" y="31104"/>
                  <a:pt x="5366564" y="69472"/>
                </a:cubicBezTo>
                <a:lnTo>
                  <a:pt x="5366564" y="382084"/>
                </a:lnTo>
                <a:cubicBezTo>
                  <a:pt x="5366564" y="420452"/>
                  <a:pt x="5335461" y="451556"/>
                  <a:pt x="5297092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590496" y="2691966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38940" y="0"/>
                </a:moveTo>
                <a:lnTo>
                  <a:pt x="138940" y="0"/>
                </a:lnTo>
                <a:cubicBezTo>
                  <a:pt x="215623" y="0"/>
                  <a:pt x="277880" y="62257"/>
                  <a:pt x="277880" y="138940"/>
                </a:cubicBezTo>
                <a:lnTo>
                  <a:pt x="277880" y="138940"/>
                </a:lnTo>
                <a:cubicBezTo>
                  <a:pt x="277880" y="215623"/>
                  <a:pt x="215623" y="277880"/>
                  <a:pt x="138940" y="277880"/>
                </a:cubicBezTo>
                <a:lnTo>
                  <a:pt x="138940" y="277880"/>
                </a:lnTo>
                <a:cubicBezTo>
                  <a:pt x="62257" y="277880"/>
                  <a:pt x="0" y="215623"/>
                  <a:pt x="0" y="138940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560103" y="2691966"/>
            <a:ext cx="33866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2581" y="2674598"/>
            <a:ext cx="17280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2581" y="2848274"/>
            <a:ext cx="1719385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buy-in and personal motivation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1026" y="3126154"/>
            <a:ext cx="5366564" cy="451556"/>
          </a:xfrm>
          <a:custGeom>
            <a:avLst/>
            <a:gdLst/>
            <a:ahLst/>
            <a:cxnLst/>
            <a:rect l="l" t="t" r="r" b="b"/>
            <a:pathLst>
              <a:path w="5366564" h="451556">
                <a:moveTo>
                  <a:pt x="69472" y="0"/>
                </a:moveTo>
                <a:lnTo>
                  <a:pt x="5297092" y="0"/>
                </a:lnTo>
                <a:cubicBezTo>
                  <a:pt x="5335461" y="0"/>
                  <a:pt x="5366564" y="31104"/>
                  <a:pt x="5366564" y="69472"/>
                </a:cubicBezTo>
                <a:lnTo>
                  <a:pt x="5366564" y="382084"/>
                </a:lnTo>
                <a:cubicBezTo>
                  <a:pt x="5366564" y="420452"/>
                  <a:pt x="5335461" y="451556"/>
                  <a:pt x="5297092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590496" y="3212991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38940" y="0"/>
                </a:moveTo>
                <a:lnTo>
                  <a:pt x="138940" y="0"/>
                </a:lnTo>
                <a:cubicBezTo>
                  <a:pt x="215623" y="0"/>
                  <a:pt x="277880" y="62257"/>
                  <a:pt x="277880" y="138940"/>
                </a:cubicBezTo>
                <a:lnTo>
                  <a:pt x="277880" y="138940"/>
                </a:lnTo>
                <a:cubicBezTo>
                  <a:pt x="277880" y="215623"/>
                  <a:pt x="215623" y="277880"/>
                  <a:pt x="138940" y="277880"/>
                </a:cubicBezTo>
                <a:lnTo>
                  <a:pt x="138940" y="277880"/>
                </a:lnTo>
                <a:cubicBezTo>
                  <a:pt x="62257" y="277880"/>
                  <a:pt x="0" y="215623"/>
                  <a:pt x="0" y="138940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560103" y="3212991"/>
            <a:ext cx="33866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2581" y="3195624"/>
            <a:ext cx="20493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2581" y="3369299"/>
            <a:ext cx="2040684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training on new tools and processes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1026" y="3647179"/>
            <a:ext cx="5366564" cy="451556"/>
          </a:xfrm>
          <a:custGeom>
            <a:avLst/>
            <a:gdLst/>
            <a:ahLst/>
            <a:cxnLst/>
            <a:rect l="l" t="t" r="r" b="b"/>
            <a:pathLst>
              <a:path w="5366564" h="451556">
                <a:moveTo>
                  <a:pt x="69472" y="0"/>
                </a:moveTo>
                <a:lnTo>
                  <a:pt x="5297092" y="0"/>
                </a:lnTo>
                <a:cubicBezTo>
                  <a:pt x="5335461" y="0"/>
                  <a:pt x="5366564" y="31104"/>
                  <a:pt x="5366564" y="69472"/>
                </a:cubicBezTo>
                <a:lnTo>
                  <a:pt x="5366564" y="382084"/>
                </a:lnTo>
                <a:cubicBezTo>
                  <a:pt x="5366564" y="420452"/>
                  <a:pt x="5335461" y="451556"/>
                  <a:pt x="5297092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Shape 23"/>
          <p:cNvSpPr/>
          <p:nvPr/>
        </p:nvSpPr>
        <p:spPr>
          <a:xfrm>
            <a:off x="590496" y="3734017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38940" y="0"/>
                </a:moveTo>
                <a:lnTo>
                  <a:pt x="138940" y="0"/>
                </a:lnTo>
                <a:cubicBezTo>
                  <a:pt x="215623" y="0"/>
                  <a:pt x="277880" y="62257"/>
                  <a:pt x="277880" y="138940"/>
                </a:cubicBezTo>
                <a:lnTo>
                  <a:pt x="277880" y="138940"/>
                </a:lnTo>
                <a:cubicBezTo>
                  <a:pt x="277880" y="215623"/>
                  <a:pt x="215623" y="277880"/>
                  <a:pt x="138940" y="277880"/>
                </a:cubicBezTo>
                <a:lnTo>
                  <a:pt x="138940" y="277880"/>
                </a:lnTo>
                <a:cubicBezTo>
                  <a:pt x="62257" y="277880"/>
                  <a:pt x="0" y="215623"/>
                  <a:pt x="0" y="138940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560103" y="3734017"/>
            <a:ext cx="33866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2581" y="3716650"/>
            <a:ext cx="2049368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2581" y="3890325"/>
            <a:ext cx="2040684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hands-on practice and skill building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1026" y="4168205"/>
            <a:ext cx="5366564" cy="451556"/>
          </a:xfrm>
          <a:custGeom>
            <a:avLst/>
            <a:gdLst/>
            <a:ahLst/>
            <a:cxnLst/>
            <a:rect l="l" t="t" r="r" b="b"/>
            <a:pathLst>
              <a:path w="5366564" h="451556">
                <a:moveTo>
                  <a:pt x="69472" y="0"/>
                </a:moveTo>
                <a:lnTo>
                  <a:pt x="5297092" y="0"/>
                </a:lnTo>
                <a:cubicBezTo>
                  <a:pt x="5335461" y="0"/>
                  <a:pt x="5366564" y="31104"/>
                  <a:pt x="5366564" y="69472"/>
                </a:cubicBezTo>
                <a:lnTo>
                  <a:pt x="5366564" y="382084"/>
                </a:lnTo>
                <a:cubicBezTo>
                  <a:pt x="5366564" y="420452"/>
                  <a:pt x="5335461" y="451556"/>
                  <a:pt x="5297092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Shape 28"/>
          <p:cNvSpPr/>
          <p:nvPr/>
        </p:nvSpPr>
        <p:spPr>
          <a:xfrm>
            <a:off x="590496" y="4255043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138940" y="0"/>
                </a:moveTo>
                <a:lnTo>
                  <a:pt x="138940" y="0"/>
                </a:lnTo>
                <a:cubicBezTo>
                  <a:pt x="215623" y="0"/>
                  <a:pt x="277880" y="62257"/>
                  <a:pt x="277880" y="138940"/>
                </a:cubicBezTo>
                <a:lnTo>
                  <a:pt x="277880" y="138940"/>
                </a:lnTo>
                <a:cubicBezTo>
                  <a:pt x="277880" y="215623"/>
                  <a:pt x="215623" y="277880"/>
                  <a:pt x="138940" y="277880"/>
                </a:cubicBezTo>
                <a:lnTo>
                  <a:pt x="138940" y="277880"/>
                </a:lnTo>
                <a:cubicBezTo>
                  <a:pt x="62257" y="277880"/>
                  <a:pt x="0" y="215623"/>
                  <a:pt x="0" y="138940"/>
                </a:cubicBezTo>
                <a:lnTo>
                  <a:pt x="0" y="138940"/>
                </a:lnTo>
                <a:cubicBezTo>
                  <a:pt x="0" y="62257"/>
                  <a:pt x="62257" y="0"/>
                  <a:pt x="138940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560103" y="4255043"/>
            <a:ext cx="338667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2581" y="4237675"/>
            <a:ext cx="1814906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2581" y="4411350"/>
            <a:ext cx="1806222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Celebrate wins and sustain momentum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7370" y="1042051"/>
            <a:ext cx="5679179" cy="2144889"/>
          </a:xfrm>
          <a:custGeom>
            <a:avLst/>
            <a:gdLst/>
            <a:ahLst/>
            <a:cxnLst/>
            <a:rect l="l" t="t" r="r" b="b"/>
            <a:pathLst>
              <a:path w="5679179" h="2144889">
                <a:moveTo>
                  <a:pt x="104199" y="0"/>
                </a:moveTo>
                <a:lnTo>
                  <a:pt x="5574981" y="0"/>
                </a:lnTo>
                <a:cubicBezTo>
                  <a:pt x="5632528" y="0"/>
                  <a:pt x="5679179" y="46651"/>
                  <a:pt x="5679179" y="104199"/>
                </a:cubicBezTo>
                <a:lnTo>
                  <a:pt x="5679179" y="2040690"/>
                </a:lnTo>
                <a:cubicBezTo>
                  <a:pt x="5679179" y="2098238"/>
                  <a:pt x="5632528" y="2144889"/>
                  <a:pt x="5574981" y="2144889"/>
                </a:cubicBezTo>
                <a:lnTo>
                  <a:pt x="104199" y="2144889"/>
                </a:lnTo>
                <a:cubicBezTo>
                  <a:pt x="46651" y="2144889"/>
                  <a:pt x="0" y="2098238"/>
                  <a:pt x="0" y="2040690"/>
                </a:cubicBezTo>
                <a:lnTo>
                  <a:pt x="0" y="104199"/>
                </a:lnTo>
                <a:cubicBezTo>
                  <a:pt x="0" y="46690"/>
                  <a:pt x="46690" y="0"/>
                  <a:pt x="104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5" name="Shape 33"/>
          <p:cNvSpPr/>
          <p:nvPr/>
        </p:nvSpPr>
        <p:spPr>
          <a:xfrm>
            <a:off x="6317165" y="1215726"/>
            <a:ext cx="195385" cy="173675"/>
          </a:xfrm>
          <a:custGeom>
            <a:avLst/>
            <a:gdLst/>
            <a:ahLst/>
            <a:cxnLst/>
            <a:rect l="l" t="t" r="r" b="b"/>
            <a:pathLst>
              <a:path w="195385" h="173675">
                <a:moveTo>
                  <a:pt x="16282" y="66417"/>
                </a:moveTo>
                <a:lnTo>
                  <a:pt x="87245" y="95623"/>
                </a:lnTo>
                <a:cubicBezTo>
                  <a:pt x="90569" y="96980"/>
                  <a:pt x="94097" y="97692"/>
                  <a:pt x="97692" y="97692"/>
                </a:cubicBezTo>
                <a:cubicBezTo>
                  <a:pt x="101288" y="97692"/>
                  <a:pt x="104816" y="96980"/>
                  <a:pt x="108140" y="95623"/>
                </a:cubicBezTo>
                <a:lnTo>
                  <a:pt x="190364" y="61770"/>
                </a:lnTo>
                <a:cubicBezTo>
                  <a:pt x="193417" y="60515"/>
                  <a:pt x="195385" y="57564"/>
                  <a:pt x="195385" y="54274"/>
                </a:cubicBezTo>
                <a:cubicBezTo>
                  <a:pt x="195385" y="50983"/>
                  <a:pt x="193417" y="48032"/>
                  <a:pt x="190364" y="46777"/>
                </a:cubicBezTo>
                <a:lnTo>
                  <a:pt x="108140" y="12924"/>
                </a:lnTo>
                <a:cubicBezTo>
                  <a:pt x="104816" y="11567"/>
                  <a:pt x="101288" y="10855"/>
                  <a:pt x="97692" y="10855"/>
                </a:cubicBezTo>
                <a:cubicBezTo>
                  <a:pt x="94097" y="10855"/>
                  <a:pt x="90569" y="11567"/>
                  <a:pt x="87245" y="12924"/>
                </a:cubicBezTo>
                <a:lnTo>
                  <a:pt x="5020" y="46777"/>
                </a:lnTo>
                <a:cubicBezTo>
                  <a:pt x="1967" y="48032"/>
                  <a:pt x="0" y="50983"/>
                  <a:pt x="0" y="54274"/>
                </a:cubicBezTo>
                <a:lnTo>
                  <a:pt x="0" y="154679"/>
                </a:lnTo>
                <a:cubicBezTo>
                  <a:pt x="0" y="159191"/>
                  <a:pt x="3630" y="162821"/>
                  <a:pt x="8141" y="162821"/>
                </a:cubicBezTo>
                <a:cubicBezTo>
                  <a:pt x="12653" y="162821"/>
                  <a:pt x="16282" y="159191"/>
                  <a:pt x="16282" y="154679"/>
                </a:cubicBezTo>
                <a:lnTo>
                  <a:pt x="16282" y="66417"/>
                </a:lnTo>
                <a:close/>
                <a:moveTo>
                  <a:pt x="32564" y="90739"/>
                </a:moveTo>
                <a:lnTo>
                  <a:pt x="32564" y="130256"/>
                </a:lnTo>
                <a:cubicBezTo>
                  <a:pt x="32564" y="148235"/>
                  <a:pt x="61736" y="162821"/>
                  <a:pt x="97692" y="162821"/>
                </a:cubicBezTo>
                <a:cubicBezTo>
                  <a:pt x="133649" y="162821"/>
                  <a:pt x="162821" y="148235"/>
                  <a:pt x="162821" y="130256"/>
                </a:cubicBezTo>
                <a:lnTo>
                  <a:pt x="162821" y="90705"/>
                </a:lnTo>
                <a:lnTo>
                  <a:pt x="114347" y="110684"/>
                </a:lnTo>
                <a:cubicBezTo>
                  <a:pt x="109056" y="112855"/>
                  <a:pt x="103425" y="113974"/>
                  <a:pt x="97692" y="113974"/>
                </a:cubicBezTo>
                <a:cubicBezTo>
                  <a:pt x="91960" y="113974"/>
                  <a:pt x="86329" y="112855"/>
                  <a:pt x="81037" y="110684"/>
                </a:cubicBezTo>
                <a:lnTo>
                  <a:pt x="32564" y="90705"/>
                </a:ln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4"/>
          <p:cNvSpPr/>
          <p:nvPr/>
        </p:nvSpPr>
        <p:spPr>
          <a:xfrm>
            <a:off x="6523404" y="1180991"/>
            <a:ext cx="527104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Training Program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3677" y="1563077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92374" y="57720"/>
                </a:moveTo>
                <a:lnTo>
                  <a:pt x="70664" y="92455"/>
                </a:lnTo>
                <a:cubicBezTo>
                  <a:pt x="69524" y="94273"/>
                  <a:pt x="67571" y="95413"/>
                  <a:pt x="65427" y="95521"/>
                </a:cubicBezTo>
                <a:cubicBezTo>
                  <a:pt x="63283" y="95630"/>
                  <a:pt x="61221" y="94653"/>
                  <a:pt x="59945" y="92916"/>
                </a:cubicBezTo>
                <a:lnTo>
                  <a:pt x="46919" y="75549"/>
                </a:lnTo>
                <a:cubicBezTo>
                  <a:pt x="44749" y="72672"/>
                  <a:pt x="45346" y="68602"/>
                  <a:pt x="48222" y="66431"/>
                </a:cubicBezTo>
                <a:cubicBezTo>
                  <a:pt x="51099" y="64260"/>
                  <a:pt x="55169" y="64857"/>
                  <a:pt x="57340" y="67733"/>
                </a:cubicBezTo>
                <a:lnTo>
                  <a:pt x="64667" y="77503"/>
                </a:lnTo>
                <a:lnTo>
                  <a:pt x="81329" y="50827"/>
                </a:lnTo>
                <a:cubicBezTo>
                  <a:pt x="83228" y="47788"/>
                  <a:pt x="87245" y="46838"/>
                  <a:pt x="90311" y="48765"/>
                </a:cubicBezTo>
                <a:cubicBezTo>
                  <a:pt x="93378" y="50691"/>
                  <a:pt x="94300" y="54681"/>
                  <a:pt x="92374" y="57747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6549455" y="1528342"/>
            <a:ext cx="1901744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Workshops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9455" y="1702017"/>
            <a:ext cx="1893060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vision and dashboard utilization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3677" y="1945162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92374" y="57720"/>
                </a:moveTo>
                <a:lnTo>
                  <a:pt x="70664" y="92455"/>
                </a:lnTo>
                <a:cubicBezTo>
                  <a:pt x="69524" y="94273"/>
                  <a:pt x="67571" y="95413"/>
                  <a:pt x="65427" y="95521"/>
                </a:cubicBezTo>
                <a:cubicBezTo>
                  <a:pt x="63283" y="95630"/>
                  <a:pt x="61221" y="94653"/>
                  <a:pt x="59945" y="92916"/>
                </a:cubicBezTo>
                <a:lnTo>
                  <a:pt x="46919" y="75549"/>
                </a:lnTo>
                <a:cubicBezTo>
                  <a:pt x="44749" y="72672"/>
                  <a:pt x="45346" y="68602"/>
                  <a:pt x="48222" y="66431"/>
                </a:cubicBezTo>
                <a:cubicBezTo>
                  <a:pt x="51099" y="64260"/>
                  <a:pt x="55169" y="64857"/>
                  <a:pt x="57340" y="67733"/>
                </a:cubicBezTo>
                <a:lnTo>
                  <a:pt x="64667" y="77503"/>
                </a:lnTo>
                <a:lnTo>
                  <a:pt x="81329" y="50827"/>
                </a:lnTo>
                <a:cubicBezTo>
                  <a:pt x="83228" y="47788"/>
                  <a:pt x="87245" y="46838"/>
                  <a:pt x="90311" y="48765"/>
                </a:cubicBezTo>
                <a:cubicBezTo>
                  <a:pt x="93378" y="50691"/>
                  <a:pt x="94300" y="54681"/>
                  <a:pt x="92374" y="57747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6549455" y="1910427"/>
            <a:ext cx="2110154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Training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9455" y="2084103"/>
            <a:ext cx="2101470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co-pilot tools, lesson planning, assessment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3677" y="2327248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92374" y="57720"/>
                </a:moveTo>
                <a:lnTo>
                  <a:pt x="70664" y="92455"/>
                </a:lnTo>
                <a:cubicBezTo>
                  <a:pt x="69524" y="94273"/>
                  <a:pt x="67571" y="95413"/>
                  <a:pt x="65427" y="95521"/>
                </a:cubicBezTo>
                <a:cubicBezTo>
                  <a:pt x="63283" y="95630"/>
                  <a:pt x="61221" y="94653"/>
                  <a:pt x="59945" y="92916"/>
                </a:cubicBezTo>
                <a:lnTo>
                  <a:pt x="46919" y="75549"/>
                </a:lnTo>
                <a:cubicBezTo>
                  <a:pt x="44749" y="72672"/>
                  <a:pt x="45346" y="68602"/>
                  <a:pt x="48222" y="66431"/>
                </a:cubicBezTo>
                <a:cubicBezTo>
                  <a:pt x="51099" y="64260"/>
                  <a:pt x="55169" y="64857"/>
                  <a:pt x="57340" y="67733"/>
                </a:cubicBezTo>
                <a:lnTo>
                  <a:pt x="64667" y="77503"/>
                </a:lnTo>
                <a:lnTo>
                  <a:pt x="81329" y="50827"/>
                </a:lnTo>
                <a:cubicBezTo>
                  <a:pt x="83228" y="47788"/>
                  <a:pt x="87245" y="46838"/>
                  <a:pt x="90311" y="48765"/>
                </a:cubicBezTo>
                <a:cubicBezTo>
                  <a:pt x="93378" y="50691"/>
                  <a:pt x="94300" y="54681"/>
                  <a:pt x="92374" y="57747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Text 42"/>
          <p:cNvSpPr/>
          <p:nvPr/>
        </p:nvSpPr>
        <p:spPr>
          <a:xfrm>
            <a:off x="6549455" y="2292513"/>
            <a:ext cx="220567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Administrator Sessions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49455" y="2466188"/>
            <a:ext cx="2196991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workflows, reporting, student management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3677" y="2709333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8940"/>
                </a:moveTo>
                <a:cubicBezTo>
                  <a:pt x="107812" y="138940"/>
                  <a:pt x="138940" y="107812"/>
                  <a:pt x="138940" y="69470"/>
                </a:cubicBezTo>
                <a:cubicBezTo>
                  <a:pt x="138940" y="31129"/>
                  <a:pt x="107812" y="0"/>
                  <a:pt x="69470" y="0"/>
                </a:cubicBezTo>
                <a:cubicBezTo>
                  <a:pt x="31129" y="0"/>
                  <a:pt x="0" y="31129"/>
                  <a:pt x="0" y="69470"/>
                </a:cubicBezTo>
                <a:cubicBezTo>
                  <a:pt x="0" y="107812"/>
                  <a:pt x="31129" y="138940"/>
                  <a:pt x="69470" y="138940"/>
                </a:cubicBezTo>
                <a:close/>
                <a:moveTo>
                  <a:pt x="92374" y="57720"/>
                </a:moveTo>
                <a:lnTo>
                  <a:pt x="70664" y="92455"/>
                </a:lnTo>
                <a:cubicBezTo>
                  <a:pt x="69524" y="94273"/>
                  <a:pt x="67571" y="95413"/>
                  <a:pt x="65427" y="95521"/>
                </a:cubicBezTo>
                <a:cubicBezTo>
                  <a:pt x="63283" y="95630"/>
                  <a:pt x="61221" y="94653"/>
                  <a:pt x="59945" y="92916"/>
                </a:cubicBezTo>
                <a:lnTo>
                  <a:pt x="46919" y="75549"/>
                </a:lnTo>
                <a:cubicBezTo>
                  <a:pt x="44749" y="72672"/>
                  <a:pt x="45346" y="68602"/>
                  <a:pt x="48222" y="66431"/>
                </a:cubicBezTo>
                <a:cubicBezTo>
                  <a:pt x="51099" y="64260"/>
                  <a:pt x="55169" y="64857"/>
                  <a:pt x="57340" y="67733"/>
                </a:cubicBezTo>
                <a:lnTo>
                  <a:pt x="64667" y="77503"/>
                </a:lnTo>
                <a:lnTo>
                  <a:pt x="81329" y="50827"/>
                </a:lnTo>
                <a:cubicBezTo>
                  <a:pt x="83228" y="47788"/>
                  <a:pt x="87245" y="46838"/>
                  <a:pt x="90311" y="48765"/>
                </a:cubicBezTo>
                <a:cubicBezTo>
                  <a:pt x="93378" y="50691"/>
                  <a:pt x="94300" y="54681"/>
                  <a:pt x="92374" y="57747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6549455" y="2674598"/>
            <a:ext cx="222304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Orientation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9455" y="2848274"/>
            <a:ext cx="2214359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1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 access, progress tracking, communication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7370" y="3286803"/>
            <a:ext cx="5679179" cy="1476239"/>
          </a:xfrm>
          <a:custGeom>
            <a:avLst/>
            <a:gdLst/>
            <a:ahLst/>
            <a:cxnLst/>
            <a:rect l="l" t="t" r="r" b="b"/>
            <a:pathLst>
              <a:path w="5679179" h="1476239">
                <a:moveTo>
                  <a:pt x="104208" y="0"/>
                </a:moveTo>
                <a:lnTo>
                  <a:pt x="5574972" y="0"/>
                </a:lnTo>
                <a:cubicBezTo>
                  <a:pt x="5632524" y="0"/>
                  <a:pt x="5679179" y="46655"/>
                  <a:pt x="5679179" y="104208"/>
                </a:cubicBezTo>
                <a:lnTo>
                  <a:pt x="5679179" y="1372032"/>
                </a:lnTo>
                <a:cubicBezTo>
                  <a:pt x="5679179" y="1429584"/>
                  <a:pt x="5632524" y="1476239"/>
                  <a:pt x="5574972" y="1476239"/>
                </a:cubicBezTo>
                <a:lnTo>
                  <a:pt x="104208" y="1476239"/>
                </a:lnTo>
                <a:cubicBezTo>
                  <a:pt x="46655" y="1476239"/>
                  <a:pt x="0" y="1429584"/>
                  <a:pt x="0" y="1372032"/>
                </a:cubicBezTo>
                <a:lnTo>
                  <a:pt x="0" y="104208"/>
                </a:lnTo>
                <a:cubicBezTo>
                  <a:pt x="0" y="46655"/>
                  <a:pt x="46655" y="0"/>
                  <a:pt x="104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Text 48"/>
          <p:cNvSpPr/>
          <p:nvPr/>
        </p:nvSpPr>
        <p:spPr>
          <a:xfrm>
            <a:off x="6306310" y="3425744"/>
            <a:ext cx="547945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Internal Champions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06310" y="3738359"/>
            <a:ext cx="5462085" cy="39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and empower early adopters across all stakeholder groups to serve as AI champions and peer mentors.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54207" y="4202940"/>
            <a:ext cx="798906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80259" y="4480821"/>
            <a:ext cx="746803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Champions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84456" y="4202940"/>
            <a:ext cx="946530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3:1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110507" y="4480821"/>
            <a:ext cx="894427" cy="13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 Support Ratio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47350" y="4897641"/>
            <a:ext cx="3742701" cy="1389402"/>
          </a:xfrm>
          <a:custGeom>
            <a:avLst/>
            <a:gdLst/>
            <a:ahLst/>
            <a:cxnLst/>
            <a:rect l="l" t="t" r="r" b="b"/>
            <a:pathLst>
              <a:path w="3742701" h="1389402">
                <a:moveTo>
                  <a:pt x="104205" y="0"/>
                </a:moveTo>
                <a:lnTo>
                  <a:pt x="3638496" y="0"/>
                </a:lnTo>
                <a:cubicBezTo>
                  <a:pt x="3696047" y="0"/>
                  <a:pt x="3742701" y="46654"/>
                  <a:pt x="3742701" y="104205"/>
                </a:cubicBezTo>
                <a:lnTo>
                  <a:pt x="3742701" y="1285197"/>
                </a:lnTo>
                <a:cubicBezTo>
                  <a:pt x="3742701" y="1342747"/>
                  <a:pt x="3696047" y="1389402"/>
                  <a:pt x="3638496" y="1389402"/>
                </a:cubicBezTo>
                <a:lnTo>
                  <a:pt x="104205" y="1389402"/>
                </a:lnTo>
                <a:cubicBezTo>
                  <a:pt x="46693" y="1389402"/>
                  <a:pt x="0" y="1342709"/>
                  <a:pt x="0" y="1285197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7" name="Shape 55"/>
          <p:cNvSpPr/>
          <p:nvPr/>
        </p:nvSpPr>
        <p:spPr>
          <a:xfrm>
            <a:off x="517769" y="5080000"/>
            <a:ext cx="136769" cy="156308"/>
          </a:xfrm>
          <a:custGeom>
            <a:avLst/>
            <a:gdLst/>
            <a:ahLst/>
            <a:cxnLst/>
            <a:rect l="l" t="t" r="r" b="b"/>
            <a:pathLst>
              <a:path w="136769" h="156308">
                <a:moveTo>
                  <a:pt x="68385" y="75712"/>
                </a:moveTo>
                <a:cubicBezTo>
                  <a:pt x="48165" y="75712"/>
                  <a:pt x="31750" y="59296"/>
                  <a:pt x="31750" y="39077"/>
                </a:cubicBezTo>
                <a:cubicBezTo>
                  <a:pt x="31750" y="18858"/>
                  <a:pt x="48165" y="2442"/>
                  <a:pt x="68385" y="2442"/>
                </a:cubicBezTo>
                <a:cubicBezTo>
                  <a:pt x="88604" y="2442"/>
                  <a:pt x="105019" y="18858"/>
                  <a:pt x="105019" y="39077"/>
                </a:cubicBezTo>
                <a:cubicBezTo>
                  <a:pt x="105019" y="59296"/>
                  <a:pt x="88604" y="75712"/>
                  <a:pt x="68385" y="75712"/>
                </a:cubicBezTo>
                <a:close/>
                <a:moveTo>
                  <a:pt x="59073" y="92808"/>
                </a:moveTo>
                <a:lnTo>
                  <a:pt x="77696" y="92808"/>
                </a:lnTo>
                <a:cubicBezTo>
                  <a:pt x="80657" y="92808"/>
                  <a:pt x="83038" y="95189"/>
                  <a:pt x="83038" y="98150"/>
                </a:cubicBezTo>
                <a:cubicBezTo>
                  <a:pt x="83038" y="99432"/>
                  <a:pt x="82581" y="100654"/>
                  <a:pt x="81756" y="101631"/>
                </a:cubicBezTo>
                <a:lnTo>
                  <a:pt x="73391" y="111400"/>
                </a:lnTo>
                <a:lnTo>
                  <a:pt x="82855" y="146538"/>
                </a:lnTo>
                <a:lnTo>
                  <a:pt x="83038" y="146538"/>
                </a:lnTo>
                <a:lnTo>
                  <a:pt x="93601" y="104256"/>
                </a:lnTo>
                <a:cubicBezTo>
                  <a:pt x="94273" y="101600"/>
                  <a:pt x="96990" y="99982"/>
                  <a:pt x="99555" y="100959"/>
                </a:cubicBezTo>
                <a:cubicBezTo>
                  <a:pt x="118452" y="108164"/>
                  <a:pt x="131885" y="126481"/>
                  <a:pt x="131885" y="147912"/>
                </a:cubicBezTo>
                <a:cubicBezTo>
                  <a:pt x="131885" y="152522"/>
                  <a:pt x="128130" y="156277"/>
                  <a:pt x="123520" y="156277"/>
                </a:cubicBezTo>
                <a:lnTo>
                  <a:pt x="13250" y="156308"/>
                </a:lnTo>
                <a:cubicBezTo>
                  <a:pt x="8640" y="156308"/>
                  <a:pt x="4885" y="152553"/>
                  <a:pt x="4885" y="147943"/>
                </a:cubicBezTo>
                <a:cubicBezTo>
                  <a:pt x="4885" y="126512"/>
                  <a:pt x="18317" y="108194"/>
                  <a:pt x="37215" y="100989"/>
                </a:cubicBezTo>
                <a:cubicBezTo>
                  <a:pt x="39779" y="100013"/>
                  <a:pt x="42496" y="101631"/>
                  <a:pt x="43168" y="104287"/>
                </a:cubicBezTo>
                <a:lnTo>
                  <a:pt x="53731" y="146569"/>
                </a:lnTo>
                <a:lnTo>
                  <a:pt x="53914" y="146569"/>
                </a:lnTo>
                <a:lnTo>
                  <a:pt x="63378" y="111430"/>
                </a:lnTo>
                <a:lnTo>
                  <a:pt x="55013" y="101661"/>
                </a:lnTo>
                <a:cubicBezTo>
                  <a:pt x="54189" y="100684"/>
                  <a:pt x="53731" y="99463"/>
                  <a:pt x="53731" y="98181"/>
                </a:cubicBezTo>
                <a:cubicBezTo>
                  <a:pt x="53731" y="95219"/>
                  <a:pt x="56112" y="92838"/>
                  <a:pt x="59073" y="92838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8" name="Text 56"/>
          <p:cNvSpPr/>
          <p:nvPr/>
        </p:nvSpPr>
        <p:spPr>
          <a:xfrm>
            <a:off x="686017" y="5036581"/>
            <a:ext cx="334324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Sponsorship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6291" y="5349197"/>
            <a:ext cx="3525607" cy="590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7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Visible leadership commitment is critical. Executives must communicate the vision, allocate resources, and model platform adoption.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27363" y="4897641"/>
            <a:ext cx="3742701" cy="1389402"/>
          </a:xfrm>
          <a:custGeom>
            <a:avLst/>
            <a:gdLst/>
            <a:ahLst/>
            <a:cxnLst/>
            <a:rect l="l" t="t" r="r" b="b"/>
            <a:pathLst>
              <a:path w="3742701" h="1389402">
                <a:moveTo>
                  <a:pt x="104205" y="0"/>
                </a:moveTo>
                <a:lnTo>
                  <a:pt x="3638496" y="0"/>
                </a:lnTo>
                <a:cubicBezTo>
                  <a:pt x="3696047" y="0"/>
                  <a:pt x="3742701" y="46654"/>
                  <a:pt x="3742701" y="104205"/>
                </a:cubicBezTo>
                <a:lnTo>
                  <a:pt x="3742701" y="1285197"/>
                </a:lnTo>
                <a:cubicBezTo>
                  <a:pt x="3742701" y="1342747"/>
                  <a:pt x="3696047" y="1389402"/>
                  <a:pt x="3638496" y="1389402"/>
                </a:cubicBezTo>
                <a:lnTo>
                  <a:pt x="104205" y="1389402"/>
                </a:lnTo>
                <a:cubicBezTo>
                  <a:pt x="46693" y="1389402"/>
                  <a:pt x="0" y="1342709"/>
                  <a:pt x="0" y="1285197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1" name="Shape 59"/>
          <p:cNvSpPr/>
          <p:nvPr/>
        </p:nvSpPr>
        <p:spPr>
          <a:xfrm>
            <a:off x="4388013" y="5080000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39077" y="97692"/>
                </a:moveTo>
                <a:lnTo>
                  <a:pt x="7480" y="97692"/>
                </a:lnTo>
                <a:cubicBezTo>
                  <a:pt x="-122" y="97692"/>
                  <a:pt x="-4793" y="89419"/>
                  <a:pt x="-885" y="82886"/>
                </a:cubicBezTo>
                <a:lnTo>
                  <a:pt x="15264" y="55959"/>
                </a:lnTo>
                <a:cubicBezTo>
                  <a:pt x="17920" y="51533"/>
                  <a:pt x="22683" y="48846"/>
                  <a:pt x="27842" y="48846"/>
                </a:cubicBezTo>
                <a:lnTo>
                  <a:pt x="56845" y="48846"/>
                </a:lnTo>
                <a:cubicBezTo>
                  <a:pt x="80077" y="9494"/>
                  <a:pt x="114727" y="7510"/>
                  <a:pt x="137899" y="10899"/>
                </a:cubicBezTo>
                <a:cubicBezTo>
                  <a:pt x="141806" y="11479"/>
                  <a:pt x="144859" y="14532"/>
                  <a:pt x="145409" y="18409"/>
                </a:cubicBezTo>
                <a:cubicBezTo>
                  <a:pt x="148798" y="41580"/>
                  <a:pt x="146813" y="76231"/>
                  <a:pt x="107462" y="99463"/>
                </a:cubicBezTo>
                <a:lnTo>
                  <a:pt x="107462" y="128465"/>
                </a:lnTo>
                <a:cubicBezTo>
                  <a:pt x="107462" y="133625"/>
                  <a:pt x="104775" y="138387"/>
                  <a:pt x="100348" y="141043"/>
                </a:cubicBezTo>
                <a:lnTo>
                  <a:pt x="73422" y="157193"/>
                </a:lnTo>
                <a:cubicBezTo>
                  <a:pt x="66919" y="161101"/>
                  <a:pt x="58615" y="156399"/>
                  <a:pt x="58615" y="148828"/>
                </a:cubicBezTo>
                <a:lnTo>
                  <a:pt x="58615" y="117231"/>
                </a:lnTo>
                <a:cubicBezTo>
                  <a:pt x="58615" y="106454"/>
                  <a:pt x="49854" y="97692"/>
                  <a:pt x="39077" y="97692"/>
                </a:cubicBezTo>
                <a:lnTo>
                  <a:pt x="39046" y="97692"/>
                </a:lnTo>
                <a:close/>
                <a:moveTo>
                  <a:pt x="122115" y="48846"/>
                </a:moveTo>
                <a:cubicBezTo>
                  <a:pt x="122115" y="40758"/>
                  <a:pt x="115549" y="34192"/>
                  <a:pt x="107462" y="34192"/>
                </a:cubicBezTo>
                <a:cubicBezTo>
                  <a:pt x="99374" y="34192"/>
                  <a:pt x="92808" y="40758"/>
                  <a:pt x="92808" y="48846"/>
                </a:cubicBezTo>
                <a:cubicBezTo>
                  <a:pt x="92808" y="56934"/>
                  <a:pt x="99374" y="63500"/>
                  <a:pt x="107462" y="63500"/>
                </a:cubicBezTo>
                <a:cubicBezTo>
                  <a:pt x="115549" y="63500"/>
                  <a:pt x="122115" y="56934"/>
                  <a:pt x="122115" y="48846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2" name="Text 60"/>
          <p:cNvSpPr/>
          <p:nvPr/>
        </p:nvSpPr>
        <p:spPr>
          <a:xfrm>
            <a:off x="4566030" y="5036581"/>
            <a:ext cx="334324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Rollout Strategy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366303" y="5349197"/>
            <a:ext cx="3525607" cy="39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7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pilot groups, gather feedback, iterate, and expand. Early wins build confidence and demonstrate value.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107376" y="4897641"/>
            <a:ext cx="3742701" cy="1389402"/>
          </a:xfrm>
          <a:custGeom>
            <a:avLst/>
            <a:gdLst/>
            <a:ahLst/>
            <a:cxnLst/>
            <a:rect l="l" t="t" r="r" b="b"/>
            <a:pathLst>
              <a:path w="3742701" h="1389402">
                <a:moveTo>
                  <a:pt x="104205" y="0"/>
                </a:moveTo>
                <a:lnTo>
                  <a:pt x="3638496" y="0"/>
                </a:lnTo>
                <a:cubicBezTo>
                  <a:pt x="3696047" y="0"/>
                  <a:pt x="3742701" y="46654"/>
                  <a:pt x="3742701" y="104205"/>
                </a:cubicBezTo>
                <a:lnTo>
                  <a:pt x="3742701" y="1285197"/>
                </a:lnTo>
                <a:cubicBezTo>
                  <a:pt x="3742701" y="1342747"/>
                  <a:pt x="3696047" y="1389402"/>
                  <a:pt x="3638496" y="1389402"/>
                </a:cubicBezTo>
                <a:lnTo>
                  <a:pt x="104205" y="1389402"/>
                </a:lnTo>
                <a:cubicBezTo>
                  <a:pt x="46693" y="1389402"/>
                  <a:pt x="0" y="1342709"/>
                  <a:pt x="0" y="1285197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5" name="Shape 63"/>
          <p:cNvSpPr/>
          <p:nvPr/>
        </p:nvSpPr>
        <p:spPr>
          <a:xfrm>
            <a:off x="8258256" y="5080000"/>
            <a:ext cx="175846" cy="156308"/>
          </a:xfrm>
          <a:custGeom>
            <a:avLst/>
            <a:gdLst/>
            <a:ahLst/>
            <a:cxnLst/>
            <a:rect l="l" t="t" r="r" b="b"/>
            <a:pathLst>
              <a:path w="175846" h="156308">
                <a:moveTo>
                  <a:pt x="117231" y="43962"/>
                </a:moveTo>
                <a:cubicBezTo>
                  <a:pt x="117231" y="73636"/>
                  <a:pt x="90976" y="97692"/>
                  <a:pt x="58615" y="97692"/>
                </a:cubicBezTo>
                <a:cubicBezTo>
                  <a:pt x="50464" y="97692"/>
                  <a:pt x="42710" y="96166"/>
                  <a:pt x="35658" y="93418"/>
                </a:cubicBezTo>
                <a:lnTo>
                  <a:pt x="10746" y="106607"/>
                </a:lnTo>
                <a:cubicBezTo>
                  <a:pt x="7907" y="108103"/>
                  <a:pt x="4427" y="107584"/>
                  <a:pt x="2137" y="105325"/>
                </a:cubicBezTo>
                <a:cubicBezTo>
                  <a:pt x="-153" y="103065"/>
                  <a:pt x="-672" y="99555"/>
                  <a:pt x="855" y="96715"/>
                </a:cubicBezTo>
                <a:lnTo>
                  <a:pt x="11723" y="76200"/>
                </a:lnTo>
                <a:cubicBezTo>
                  <a:pt x="4366" y="67225"/>
                  <a:pt x="0" y="56051"/>
                  <a:pt x="0" y="43962"/>
                </a:cubicBezTo>
                <a:cubicBezTo>
                  <a:pt x="0" y="14287"/>
                  <a:pt x="26255" y="-9769"/>
                  <a:pt x="58615" y="-9769"/>
                </a:cubicBezTo>
                <a:cubicBezTo>
                  <a:pt x="90976" y="-9769"/>
                  <a:pt x="117231" y="14287"/>
                  <a:pt x="117231" y="43962"/>
                </a:cubicBezTo>
                <a:close/>
                <a:moveTo>
                  <a:pt x="117231" y="156308"/>
                </a:moveTo>
                <a:cubicBezTo>
                  <a:pt x="88503" y="156308"/>
                  <a:pt x="64599" y="137349"/>
                  <a:pt x="59592" y="112346"/>
                </a:cubicBezTo>
                <a:cubicBezTo>
                  <a:pt x="96227" y="111888"/>
                  <a:pt x="128069" y="85817"/>
                  <a:pt x="131579" y="50464"/>
                </a:cubicBezTo>
                <a:cubicBezTo>
                  <a:pt x="157010" y="56326"/>
                  <a:pt x="175846" y="77421"/>
                  <a:pt x="175846" y="102577"/>
                </a:cubicBezTo>
                <a:cubicBezTo>
                  <a:pt x="175846" y="114666"/>
                  <a:pt x="171481" y="125840"/>
                  <a:pt x="164123" y="134815"/>
                </a:cubicBezTo>
                <a:lnTo>
                  <a:pt x="174991" y="155331"/>
                </a:lnTo>
                <a:cubicBezTo>
                  <a:pt x="176487" y="158170"/>
                  <a:pt x="175968" y="161650"/>
                  <a:pt x="173709" y="163940"/>
                </a:cubicBezTo>
                <a:cubicBezTo>
                  <a:pt x="171450" y="166230"/>
                  <a:pt x="167939" y="166749"/>
                  <a:pt x="165100" y="165222"/>
                </a:cubicBezTo>
                <a:lnTo>
                  <a:pt x="140188" y="152034"/>
                </a:lnTo>
                <a:cubicBezTo>
                  <a:pt x="133136" y="154781"/>
                  <a:pt x="125382" y="156308"/>
                  <a:pt x="117231" y="156308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6" name="Text 64"/>
          <p:cNvSpPr/>
          <p:nvPr/>
        </p:nvSpPr>
        <p:spPr>
          <a:xfrm>
            <a:off x="8446043" y="5036581"/>
            <a:ext cx="334324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Feedback Loops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246316" y="5349197"/>
            <a:ext cx="3525607" cy="39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57" dirty="0">
                <a:solidFill>
                  <a:srgbClr val="1A25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surveys, focus groups, and support channels ensure user concerns are heard and addressed promptly.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38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b="1" kern="0" spc="99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572899"/>
            <a:ext cx="11637004" cy="35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7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 &amp; Success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062" y="1092088"/>
            <a:ext cx="3732793" cy="2130467"/>
          </a:xfrm>
          <a:custGeom>
            <a:avLst/>
            <a:gdLst/>
            <a:ahLst/>
            <a:cxnLst/>
            <a:rect l="l" t="t" r="r" b="b"/>
            <a:pathLst>
              <a:path w="3732793" h="2130467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023049"/>
                </a:lnTo>
                <a:cubicBezTo>
                  <a:pt x="3732793" y="2082374"/>
                  <a:pt x="3684700" y="2130467"/>
                  <a:pt x="3625375" y="2130467"/>
                </a:cubicBezTo>
                <a:lnTo>
                  <a:pt x="107418" y="2130467"/>
                </a:lnTo>
                <a:cubicBezTo>
                  <a:pt x="48093" y="2130467"/>
                  <a:pt x="0" y="2082374"/>
                  <a:pt x="0" y="2023049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358062" y="1092088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1286" y="1253216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3498DB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37797" y="1378537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78326" y="86718"/>
                </a:moveTo>
                <a:cubicBezTo>
                  <a:pt x="55167" y="86718"/>
                  <a:pt x="36366" y="67916"/>
                  <a:pt x="36366" y="44758"/>
                </a:cubicBezTo>
                <a:cubicBezTo>
                  <a:pt x="36366" y="21599"/>
                  <a:pt x="55167" y="2797"/>
                  <a:pt x="78326" y="2797"/>
                </a:cubicBezTo>
                <a:cubicBezTo>
                  <a:pt x="101485" y="2797"/>
                  <a:pt x="120286" y="21599"/>
                  <a:pt x="120286" y="44758"/>
                </a:cubicBezTo>
                <a:cubicBezTo>
                  <a:pt x="120286" y="67916"/>
                  <a:pt x="101485" y="86718"/>
                  <a:pt x="78326" y="86718"/>
                </a:cubicBezTo>
                <a:close/>
                <a:moveTo>
                  <a:pt x="67661" y="106300"/>
                </a:moveTo>
                <a:lnTo>
                  <a:pt x="88991" y="106300"/>
                </a:lnTo>
                <a:cubicBezTo>
                  <a:pt x="92383" y="106300"/>
                  <a:pt x="95110" y="109027"/>
                  <a:pt x="95110" y="112419"/>
                </a:cubicBezTo>
                <a:cubicBezTo>
                  <a:pt x="95110" y="113887"/>
                  <a:pt x="94586" y="115286"/>
                  <a:pt x="93642" y="116405"/>
                </a:cubicBezTo>
                <a:lnTo>
                  <a:pt x="84061" y="127594"/>
                </a:lnTo>
                <a:lnTo>
                  <a:pt x="94900" y="167841"/>
                </a:lnTo>
                <a:lnTo>
                  <a:pt x="95110" y="167841"/>
                </a:lnTo>
                <a:lnTo>
                  <a:pt x="107209" y="119412"/>
                </a:lnTo>
                <a:cubicBezTo>
                  <a:pt x="107978" y="116370"/>
                  <a:pt x="111090" y="114517"/>
                  <a:pt x="114027" y="115636"/>
                </a:cubicBezTo>
                <a:cubicBezTo>
                  <a:pt x="135672" y="123888"/>
                  <a:pt x="151057" y="144868"/>
                  <a:pt x="151057" y="169415"/>
                </a:cubicBezTo>
                <a:cubicBezTo>
                  <a:pt x="151057" y="174695"/>
                  <a:pt x="146756" y="178996"/>
                  <a:pt x="141476" y="178996"/>
                </a:cubicBezTo>
                <a:lnTo>
                  <a:pt x="15176" y="179031"/>
                </a:lnTo>
                <a:cubicBezTo>
                  <a:pt x="9896" y="179031"/>
                  <a:pt x="5595" y="174730"/>
                  <a:pt x="5595" y="169450"/>
                </a:cubicBezTo>
                <a:cubicBezTo>
                  <a:pt x="5595" y="144903"/>
                  <a:pt x="20980" y="123923"/>
                  <a:pt x="42625" y="115671"/>
                </a:cubicBezTo>
                <a:cubicBezTo>
                  <a:pt x="45562" y="114552"/>
                  <a:pt x="48674" y="116405"/>
                  <a:pt x="49443" y="119447"/>
                </a:cubicBezTo>
                <a:lnTo>
                  <a:pt x="61542" y="167876"/>
                </a:lnTo>
                <a:lnTo>
                  <a:pt x="61752" y="167876"/>
                </a:lnTo>
                <a:lnTo>
                  <a:pt x="72591" y="127629"/>
                </a:lnTo>
                <a:lnTo>
                  <a:pt x="63010" y="116440"/>
                </a:lnTo>
                <a:cubicBezTo>
                  <a:pt x="62066" y="115321"/>
                  <a:pt x="61542" y="113922"/>
                  <a:pt x="61542" y="112454"/>
                </a:cubicBezTo>
                <a:cubicBezTo>
                  <a:pt x="61542" y="109062"/>
                  <a:pt x="64269" y="106335"/>
                  <a:pt x="67661" y="106335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038379" y="1342731"/>
            <a:ext cx="119055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286" y="1826115"/>
            <a:ext cx="1190555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Workload Reduction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25654" y="1790308"/>
            <a:ext cx="402819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1286" y="207675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501286" y="2076758"/>
            <a:ext cx="1378537" cy="71612"/>
          </a:xfrm>
          <a:custGeom>
            <a:avLst/>
            <a:gdLst/>
            <a:ahLst/>
            <a:cxnLst/>
            <a:rect l="l" t="t" r="r" b="b"/>
            <a:pathLst>
              <a:path w="1378537" h="71612">
                <a:moveTo>
                  <a:pt x="35806" y="0"/>
                </a:moveTo>
                <a:lnTo>
                  <a:pt x="1342731" y="0"/>
                </a:lnTo>
                <a:cubicBezTo>
                  <a:pt x="1362506" y="0"/>
                  <a:pt x="1378537" y="16031"/>
                  <a:pt x="1378537" y="35806"/>
                </a:cubicBezTo>
                <a:lnTo>
                  <a:pt x="1378537" y="35806"/>
                </a:lnTo>
                <a:cubicBezTo>
                  <a:pt x="1378537" y="55581"/>
                  <a:pt x="1362506" y="71612"/>
                  <a:pt x="1342731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501286" y="2291595"/>
            <a:ext cx="10831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Time Saved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77512" y="2255789"/>
            <a:ext cx="94886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hrs/week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1286" y="254223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501286" y="2542238"/>
            <a:ext cx="2067806" cy="71612"/>
          </a:xfrm>
          <a:custGeom>
            <a:avLst/>
            <a:gdLst/>
            <a:ahLst/>
            <a:cxnLst/>
            <a:rect l="l" t="t" r="r" b="b"/>
            <a:pathLst>
              <a:path w="2067806" h="71612">
                <a:moveTo>
                  <a:pt x="35806" y="0"/>
                </a:moveTo>
                <a:lnTo>
                  <a:pt x="2032000" y="0"/>
                </a:lnTo>
                <a:cubicBezTo>
                  <a:pt x="2051775" y="0"/>
                  <a:pt x="2067806" y="16031"/>
                  <a:pt x="2067806" y="35806"/>
                </a:cubicBezTo>
                <a:lnTo>
                  <a:pt x="2067806" y="35806"/>
                </a:lnTo>
                <a:cubicBezTo>
                  <a:pt x="2067806" y="55581"/>
                  <a:pt x="2051775" y="71612"/>
                  <a:pt x="2032000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501286" y="2757075"/>
            <a:ext cx="110104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Time Increase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8600" y="2721269"/>
            <a:ext cx="24169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1286" y="300771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8"/>
          <p:cNvSpPr/>
          <p:nvPr/>
        </p:nvSpPr>
        <p:spPr>
          <a:xfrm>
            <a:off x="501286" y="3007718"/>
            <a:ext cx="2757075" cy="71612"/>
          </a:xfrm>
          <a:custGeom>
            <a:avLst/>
            <a:gdLst/>
            <a:ahLst/>
            <a:cxnLst/>
            <a:rect l="l" t="t" r="r" b="b"/>
            <a:pathLst>
              <a:path w="2757075" h="71612">
                <a:moveTo>
                  <a:pt x="35806" y="0"/>
                </a:moveTo>
                <a:lnTo>
                  <a:pt x="2721269" y="0"/>
                </a:lnTo>
                <a:cubicBezTo>
                  <a:pt x="2741044" y="0"/>
                  <a:pt x="2757075" y="16031"/>
                  <a:pt x="2757075" y="35806"/>
                </a:cubicBezTo>
                <a:lnTo>
                  <a:pt x="2757075" y="35806"/>
                </a:lnTo>
                <a:cubicBezTo>
                  <a:pt x="2757075" y="55581"/>
                  <a:pt x="2741044" y="71612"/>
                  <a:pt x="2721269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Shape 19"/>
          <p:cNvSpPr/>
          <p:nvPr/>
        </p:nvSpPr>
        <p:spPr>
          <a:xfrm>
            <a:off x="4230373" y="1092088"/>
            <a:ext cx="3732793" cy="2130467"/>
          </a:xfrm>
          <a:custGeom>
            <a:avLst/>
            <a:gdLst/>
            <a:ahLst/>
            <a:cxnLst/>
            <a:rect l="l" t="t" r="r" b="b"/>
            <a:pathLst>
              <a:path w="3732793" h="2130467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023049"/>
                </a:lnTo>
                <a:cubicBezTo>
                  <a:pt x="3732793" y="2082374"/>
                  <a:pt x="3684700" y="2130467"/>
                  <a:pt x="3625375" y="2130467"/>
                </a:cubicBezTo>
                <a:lnTo>
                  <a:pt x="107418" y="2130467"/>
                </a:lnTo>
                <a:cubicBezTo>
                  <a:pt x="48093" y="2130467"/>
                  <a:pt x="0" y="2082374"/>
                  <a:pt x="0" y="2023049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20"/>
          <p:cNvSpPr/>
          <p:nvPr/>
        </p:nvSpPr>
        <p:spPr>
          <a:xfrm>
            <a:off x="4230373" y="1092088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373597" y="1253216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27AE60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Shape 22"/>
          <p:cNvSpPr/>
          <p:nvPr/>
        </p:nvSpPr>
        <p:spPr>
          <a:xfrm>
            <a:off x="4510108" y="1378537"/>
            <a:ext cx="156652" cy="179031"/>
          </a:xfrm>
          <a:custGeom>
            <a:avLst/>
            <a:gdLst/>
            <a:ahLst/>
            <a:cxnLst/>
            <a:rect l="l" t="t" r="r" b="b"/>
            <a:pathLst>
              <a:path w="156652" h="179031">
                <a:moveTo>
                  <a:pt x="84375" y="-4546"/>
                </a:moveTo>
                <a:cubicBezTo>
                  <a:pt x="80389" y="-5350"/>
                  <a:pt x="76298" y="-5350"/>
                  <a:pt x="72312" y="-4546"/>
                </a:cubicBezTo>
                <a:lnTo>
                  <a:pt x="6749" y="8567"/>
                </a:lnTo>
                <a:cubicBezTo>
                  <a:pt x="2832" y="9336"/>
                  <a:pt x="0" y="12798"/>
                  <a:pt x="0" y="16784"/>
                </a:cubicBezTo>
                <a:cubicBezTo>
                  <a:pt x="0" y="20386"/>
                  <a:pt x="2273" y="23533"/>
                  <a:pt x="5595" y="24687"/>
                </a:cubicBezTo>
                <a:lnTo>
                  <a:pt x="5595" y="50352"/>
                </a:lnTo>
                <a:lnTo>
                  <a:pt x="105" y="77836"/>
                </a:lnTo>
                <a:cubicBezTo>
                  <a:pt x="35" y="78151"/>
                  <a:pt x="0" y="78501"/>
                  <a:pt x="0" y="78850"/>
                </a:cubicBezTo>
                <a:cubicBezTo>
                  <a:pt x="0" y="81648"/>
                  <a:pt x="2273" y="83956"/>
                  <a:pt x="5105" y="83956"/>
                </a:cubicBezTo>
                <a:lnTo>
                  <a:pt x="17309" y="83956"/>
                </a:lnTo>
                <a:cubicBezTo>
                  <a:pt x="20106" y="83956"/>
                  <a:pt x="22414" y="81683"/>
                  <a:pt x="22414" y="78850"/>
                </a:cubicBezTo>
                <a:cubicBezTo>
                  <a:pt x="22414" y="78501"/>
                  <a:pt x="22379" y="78186"/>
                  <a:pt x="22309" y="77836"/>
                </a:cubicBezTo>
                <a:lnTo>
                  <a:pt x="16784" y="50352"/>
                </a:lnTo>
                <a:lnTo>
                  <a:pt x="16784" y="27029"/>
                </a:lnTo>
                <a:lnTo>
                  <a:pt x="33568" y="30386"/>
                </a:lnTo>
                <a:lnTo>
                  <a:pt x="33568" y="50352"/>
                </a:lnTo>
                <a:cubicBezTo>
                  <a:pt x="33568" y="75074"/>
                  <a:pt x="53604" y="95110"/>
                  <a:pt x="78326" y="95110"/>
                </a:cubicBezTo>
                <a:cubicBezTo>
                  <a:pt x="103048" y="95110"/>
                  <a:pt x="123084" y="75074"/>
                  <a:pt x="123084" y="50352"/>
                </a:cubicBezTo>
                <a:lnTo>
                  <a:pt x="123084" y="30386"/>
                </a:lnTo>
                <a:lnTo>
                  <a:pt x="149903" y="25036"/>
                </a:lnTo>
                <a:cubicBezTo>
                  <a:pt x="153820" y="24232"/>
                  <a:pt x="156652" y="20770"/>
                  <a:pt x="156652" y="16784"/>
                </a:cubicBezTo>
                <a:cubicBezTo>
                  <a:pt x="156652" y="12798"/>
                  <a:pt x="153820" y="9336"/>
                  <a:pt x="149903" y="8567"/>
                </a:cubicBezTo>
                <a:lnTo>
                  <a:pt x="84375" y="-4546"/>
                </a:lnTo>
                <a:close/>
                <a:moveTo>
                  <a:pt x="78326" y="78326"/>
                </a:moveTo>
                <a:cubicBezTo>
                  <a:pt x="62871" y="78326"/>
                  <a:pt x="50352" y="65808"/>
                  <a:pt x="50352" y="50352"/>
                </a:cubicBezTo>
                <a:lnTo>
                  <a:pt x="106300" y="50352"/>
                </a:lnTo>
                <a:cubicBezTo>
                  <a:pt x="106300" y="65808"/>
                  <a:pt x="93781" y="78326"/>
                  <a:pt x="78326" y="78326"/>
                </a:cubicBezTo>
                <a:close/>
                <a:moveTo>
                  <a:pt x="41995" y="111929"/>
                </a:moveTo>
                <a:cubicBezTo>
                  <a:pt x="20526" y="121790"/>
                  <a:pt x="5595" y="143469"/>
                  <a:pt x="5595" y="168646"/>
                </a:cubicBezTo>
                <a:cubicBezTo>
                  <a:pt x="5595" y="174380"/>
                  <a:pt x="10245" y="179031"/>
                  <a:pt x="15980" y="179031"/>
                </a:cubicBezTo>
                <a:lnTo>
                  <a:pt x="69934" y="179031"/>
                </a:lnTo>
                <a:lnTo>
                  <a:pt x="69934" y="127979"/>
                </a:lnTo>
                <a:lnTo>
                  <a:pt x="49863" y="112943"/>
                </a:lnTo>
                <a:cubicBezTo>
                  <a:pt x="47590" y="111230"/>
                  <a:pt x="44548" y="110775"/>
                  <a:pt x="41960" y="111964"/>
                </a:cubicBezTo>
                <a:close/>
                <a:moveTo>
                  <a:pt x="86718" y="179031"/>
                </a:moveTo>
                <a:lnTo>
                  <a:pt x="140672" y="179031"/>
                </a:lnTo>
                <a:cubicBezTo>
                  <a:pt x="146407" y="179031"/>
                  <a:pt x="151057" y="174380"/>
                  <a:pt x="151057" y="168646"/>
                </a:cubicBezTo>
                <a:cubicBezTo>
                  <a:pt x="151057" y="143469"/>
                  <a:pt x="136126" y="121790"/>
                  <a:pt x="114657" y="111964"/>
                </a:cubicBezTo>
                <a:cubicBezTo>
                  <a:pt x="112069" y="110775"/>
                  <a:pt x="109027" y="111230"/>
                  <a:pt x="106754" y="112943"/>
                </a:cubicBezTo>
                <a:lnTo>
                  <a:pt x="86683" y="127979"/>
                </a:lnTo>
                <a:lnTo>
                  <a:pt x="86683" y="179031"/>
                </a:ln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10690" y="1342731"/>
            <a:ext cx="1414344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Outcomes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73597" y="1826115"/>
            <a:ext cx="1503859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Improvement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6693" y="1790308"/>
            <a:ext cx="65346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25-30%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3597" y="207675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Shape 27"/>
          <p:cNvSpPr/>
          <p:nvPr/>
        </p:nvSpPr>
        <p:spPr>
          <a:xfrm>
            <a:off x="4373597" y="2076758"/>
            <a:ext cx="1029427" cy="71612"/>
          </a:xfrm>
          <a:custGeom>
            <a:avLst/>
            <a:gdLst/>
            <a:ahLst/>
            <a:cxnLst/>
            <a:rect l="l" t="t" r="r" b="b"/>
            <a:pathLst>
              <a:path w="1029427" h="71612">
                <a:moveTo>
                  <a:pt x="35806" y="0"/>
                </a:moveTo>
                <a:lnTo>
                  <a:pt x="993621" y="0"/>
                </a:lnTo>
                <a:cubicBezTo>
                  <a:pt x="1013396" y="0"/>
                  <a:pt x="1029427" y="16031"/>
                  <a:pt x="1029427" y="35806"/>
                </a:cubicBezTo>
                <a:lnTo>
                  <a:pt x="1029427" y="35806"/>
                </a:lnTo>
                <a:cubicBezTo>
                  <a:pt x="1029427" y="55581"/>
                  <a:pt x="1013396" y="71612"/>
                  <a:pt x="993621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4373597" y="2291595"/>
            <a:ext cx="111894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50889" y="2255789"/>
            <a:ext cx="64451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20-25%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3597" y="254223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Shape 31"/>
          <p:cNvSpPr/>
          <p:nvPr/>
        </p:nvSpPr>
        <p:spPr>
          <a:xfrm>
            <a:off x="4373597" y="2542238"/>
            <a:ext cx="859348" cy="71612"/>
          </a:xfrm>
          <a:custGeom>
            <a:avLst/>
            <a:gdLst/>
            <a:ahLst/>
            <a:cxnLst/>
            <a:rect l="l" t="t" r="r" b="b"/>
            <a:pathLst>
              <a:path w="859348" h="71612">
                <a:moveTo>
                  <a:pt x="35806" y="0"/>
                </a:moveTo>
                <a:lnTo>
                  <a:pt x="823542" y="0"/>
                </a:lnTo>
                <a:cubicBezTo>
                  <a:pt x="843317" y="0"/>
                  <a:pt x="859348" y="16031"/>
                  <a:pt x="859348" y="35806"/>
                </a:cubicBezTo>
                <a:lnTo>
                  <a:pt x="859348" y="35806"/>
                </a:lnTo>
                <a:cubicBezTo>
                  <a:pt x="859348" y="55581"/>
                  <a:pt x="843317" y="71612"/>
                  <a:pt x="823542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Text 32"/>
          <p:cNvSpPr/>
          <p:nvPr/>
        </p:nvSpPr>
        <p:spPr>
          <a:xfrm>
            <a:off x="4373597" y="2757075"/>
            <a:ext cx="102047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At-Risk Detection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10898" y="2721269"/>
            <a:ext cx="48338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73597" y="300771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7" name="Shape 35"/>
          <p:cNvSpPr/>
          <p:nvPr/>
        </p:nvSpPr>
        <p:spPr>
          <a:xfrm>
            <a:off x="4373597" y="3007718"/>
            <a:ext cx="3097233" cy="71612"/>
          </a:xfrm>
          <a:custGeom>
            <a:avLst/>
            <a:gdLst/>
            <a:ahLst/>
            <a:cxnLst/>
            <a:rect l="l" t="t" r="r" b="b"/>
            <a:pathLst>
              <a:path w="3097233" h="71612">
                <a:moveTo>
                  <a:pt x="35806" y="0"/>
                </a:moveTo>
                <a:lnTo>
                  <a:pt x="3061427" y="0"/>
                </a:lnTo>
                <a:cubicBezTo>
                  <a:pt x="3081203" y="0"/>
                  <a:pt x="3097233" y="16031"/>
                  <a:pt x="3097233" y="35806"/>
                </a:cubicBezTo>
                <a:lnTo>
                  <a:pt x="3097233" y="35806"/>
                </a:lnTo>
                <a:cubicBezTo>
                  <a:pt x="3097233" y="55581"/>
                  <a:pt x="3081203" y="71612"/>
                  <a:pt x="306142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27AE6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8" name="Shape 36"/>
          <p:cNvSpPr/>
          <p:nvPr/>
        </p:nvSpPr>
        <p:spPr>
          <a:xfrm>
            <a:off x="8102754" y="1092088"/>
            <a:ext cx="3732793" cy="2130467"/>
          </a:xfrm>
          <a:custGeom>
            <a:avLst/>
            <a:gdLst/>
            <a:ahLst/>
            <a:cxnLst/>
            <a:rect l="l" t="t" r="r" b="b"/>
            <a:pathLst>
              <a:path w="3732793" h="2130467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2023049"/>
                </a:lnTo>
                <a:cubicBezTo>
                  <a:pt x="3732793" y="2082374"/>
                  <a:pt x="3684700" y="2130467"/>
                  <a:pt x="3625375" y="2130467"/>
                </a:cubicBezTo>
                <a:lnTo>
                  <a:pt x="107418" y="2130467"/>
                </a:lnTo>
                <a:cubicBezTo>
                  <a:pt x="48093" y="2130467"/>
                  <a:pt x="0" y="2082374"/>
                  <a:pt x="0" y="2023049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9" name="Shape 37"/>
          <p:cNvSpPr/>
          <p:nvPr/>
        </p:nvSpPr>
        <p:spPr>
          <a:xfrm>
            <a:off x="8102754" y="1092088"/>
            <a:ext cx="3732793" cy="35806"/>
          </a:xfrm>
          <a:custGeom>
            <a:avLst/>
            <a:gdLst/>
            <a:ahLst/>
            <a:cxnLst/>
            <a:rect l="l" t="t" r="r" b="b"/>
            <a:pathLst>
              <a:path w="3732793" h="35806">
                <a:moveTo>
                  <a:pt x="35806" y="0"/>
                </a:moveTo>
                <a:lnTo>
                  <a:pt x="3696987" y="0"/>
                </a:lnTo>
                <a:cubicBezTo>
                  <a:pt x="3716762" y="0"/>
                  <a:pt x="3732793" y="16031"/>
                  <a:pt x="3732793" y="35806"/>
                </a:cubicBezTo>
                <a:lnTo>
                  <a:pt x="3732793" y="35806"/>
                </a:lnTo>
                <a:lnTo>
                  <a:pt x="0" y="35806"/>
                </a:ln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0" name="Shape 38"/>
          <p:cNvSpPr/>
          <p:nvPr/>
        </p:nvSpPr>
        <p:spPr>
          <a:xfrm>
            <a:off x="8245979" y="1253216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F39C12">
              <a:alpha val="10196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hape 39"/>
          <p:cNvSpPr/>
          <p:nvPr/>
        </p:nvSpPr>
        <p:spPr>
          <a:xfrm>
            <a:off x="8371300" y="1378537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22379" y="22379"/>
                </a:moveTo>
                <a:cubicBezTo>
                  <a:pt x="22379" y="16190"/>
                  <a:pt x="17379" y="11189"/>
                  <a:pt x="11189" y="11189"/>
                </a:cubicBezTo>
                <a:cubicBezTo>
                  <a:pt x="5000" y="11189"/>
                  <a:pt x="0" y="16190"/>
                  <a:pt x="0" y="22379"/>
                </a:cubicBezTo>
                <a:lnTo>
                  <a:pt x="0" y="139868"/>
                </a:lnTo>
                <a:cubicBezTo>
                  <a:pt x="0" y="155323"/>
                  <a:pt x="12518" y="167841"/>
                  <a:pt x="27974" y="167841"/>
                </a:cubicBezTo>
                <a:lnTo>
                  <a:pt x="167841" y="167841"/>
                </a:lnTo>
                <a:cubicBezTo>
                  <a:pt x="174031" y="167841"/>
                  <a:pt x="179031" y="162841"/>
                  <a:pt x="179031" y="156652"/>
                </a:cubicBezTo>
                <a:cubicBezTo>
                  <a:pt x="179031" y="150463"/>
                  <a:pt x="174031" y="145463"/>
                  <a:pt x="167841" y="145463"/>
                </a:cubicBezTo>
                <a:lnTo>
                  <a:pt x="27974" y="145463"/>
                </a:lnTo>
                <a:cubicBezTo>
                  <a:pt x="24896" y="145463"/>
                  <a:pt x="22379" y="142945"/>
                  <a:pt x="22379" y="139868"/>
                </a:cubicBezTo>
                <a:lnTo>
                  <a:pt x="22379" y="22379"/>
                </a:lnTo>
                <a:close/>
                <a:moveTo>
                  <a:pt x="164555" y="52660"/>
                </a:moveTo>
                <a:cubicBezTo>
                  <a:pt x="168925" y="48289"/>
                  <a:pt x="168925" y="41191"/>
                  <a:pt x="164555" y="36820"/>
                </a:cubicBezTo>
                <a:cubicBezTo>
                  <a:pt x="160184" y="32449"/>
                  <a:pt x="153085" y="32449"/>
                  <a:pt x="148714" y="36820"/>
                </a:cubicBezTo>
                <a:lnTo>
                  <a:pt x="111894" y="73675"/>
                </a:lnTo>
                <a:lnTo>
                  <a:pt x="91823" y="53639"/>
                </a:lnTo>
                <a:cubicBezTo>
                  <a:pt x="87452" y="49268"/>
                  <a:pt x="80354" y="49268"/>
                  <a:pt x="75983" y="53639"/>
                </a:cubicBezTo>
                <a:lnTo>
                  <a:pt x="42415" y="87208"/>
                </a:lnTo>
                <a:cubicBezTo>
                  <a:pt x="38044" y="91578"/>
                  <a:pt x="38044" y="98677"/>
                  <a:pt x="42415" y="103048"/>
                </a:cubicBezTo>
                <a:cubicBezTo>
                  <a:pt x="46786" y="107419"/>
                  <a:pt x="53884" y="107419"/>
                  <a:pt x="58255" y="103048"/>
                </a:cubicBezTo>
                <a:lnTo>
                  <a:pt x="83921" y="77382"/>
                </a:lnTo>
                <a:lnTo>
                  <a:pt x="103992" y="97453"/>
                </a:lnTo>
                <a:cubicBezTo>
                  <a:pt x="108363" y="101824"/>
                  <a:pt x="115461" y="101824"/>
                  <a:pt x="119832" y="97453"/>
                </a:cubicBezTo>
                <a:lnTo>
                  <a:pt x="164589" y="52695"/>
                </a:ln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ext 40"/>
          <p:cNvSpPr/>
          <p:nvPr/>
        </p:nvSpPr>
        <p:spPr>
          <a:xfrm>
            <a:off x="8783071" y="1342731"/>
            <a:ext cx="1539665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Benefits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45979" y="1826115"/>
            <a:ext cx="1065233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Satisfaction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303909" y="1790308"/>
            <a:ext cx="465480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+35%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5979" y="207675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6" name="Shape 44"/>
          <p:cNvSpPr/>
          <p:nvPr/>
        </p:nvSpPr>
        <p:spPr>
          <a:xfrm>
            <a:off x="8245979" y="2076758"/>
            <a:ext cx="1208458" cy="71612"/>
          </a:xfrm>
          <a:custGeom>
            <a:avLst/>
            <a:gdLst/>
            <a:ahLst/>
            <a:cxnLst/>
            <a:rect l="l" t="t" r="r" b="b"/>
            <a:pathLst>
              <a:path w="1208458" h="71612">
                <a:moveTo>
                  <a:pt x="35806" y="0"/>
                </a:moveTo>
                <a:lnTo>
                  <a:pt x="1172652" y="0"/>
                </a:lnTo>
                <a:cubicBezTo>
                  <a:pt x="1192427" y="0"/>
                  <a:pt x="1208458" y="16031"/>
                  <a:pt x="1208458" y="35806"/>
                </a:cubicBezTo>
                <a:lnTo>
                  <a:pt x="1208458" y="35806"/>
                </a:lnTo>
                <a:cubicBezTo>
                  <a:pt x="1208458" y="55581"/>
                  <a:pt x="1192427" y="71612"/>
                  <a:pt x="1172652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8245979" y="2291595"/>
            <a:ext cx="1047330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 Retention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90202" y="2255789"/>
            <a:ext cx="483383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+20%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45979" y="254223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Shape 48"/>
          <p:cNvSpPr/>
          <p:nvPr/>
        </p:nvSpPr>
        <p:spPr>
          <a:xfrm>
            <a:off x="8245979" y="2542238"/>
            <a:ext cx="689269" cy="71612"/>
          </a:xfrm>
          <a:custGeom>
            <a:avLst/>
            <a:gdLst/>
            <a:ahLst/>
            <a:cxnLst/>
            <a:rect l="l" t="t" r="r" b="b"/>
            <a:pathLst>
              <a:path w="689269" h="71612">
                <a:moveTo>
                  <a:pt x="35806" y="0"/>
                </a:moveTo>
                <a:lnTo>
                  <a:pt x="653463" y="0"/>
                </a:lnTo>
                <a:cubicBezTo>
                  <a:pt x="673238" y="0"/>
                  <a:pt x="689269" y="16031"/>
                  <a:pt x="689269" y="35806"/>
                </a:cubicBezTo>
                <a:lnTo>
                  <a:pt x="689269" y="35806"/>
                </a:lnTo>
                <a:cubicBezTo>
                  <a:pt x="689269" y="55581"/>
                  <a:pt x="673238" y="71612"/>
                  <a:pt x="653463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8245979" y="2757075"/>
            <a:ext cx="904106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Speed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88583" y="2721269"/>
            <a:ext cx="680317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5x faster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45979" y="3007718"/>
            <a:ext cx="3446344" cy="71612"/>
          </a:xfrm>
          <a:custGeom>
            <a:avLst/>
            <a:gdLst/>
            <a:ahLst/>
            <a:cxnLst/>
            <a:rect l="l" t="t" r="r" b="b"/>
            <a:pathLst>
              <a:path w="3446344" h="71612">
                <a:moveTo>
                  <a:pt x="35806" y="0"/>
                </a:moveTo>
                <a:lnTo>
                  <a:pt x="3410537" y="0"/>
                </a:lnTo>
                <a:cubicBezTo>
                  <a:pt x="3430313" y="0"/>
                  <a:pt x="3446344" y="16031"/>
                  <a:pt x="3446344" y="35806"/>
                </a:cubicBezTo>
                <a:lnTo>
                  <a:pt x="3446344" y="35806"/>
                </a:lnTo>
                <a:cubicBezTo>
                  <a:pt x="3446344" y="55581"/>
                  <a:pt x="3430313" y="71612"/>
                  <a:pt x="3410537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Shape 52"/>
          <p:cNvSpPr/>
          <p:nvPr/>
        </p:nvSpPr>
        <p:spPr>
          <a:xfrm>
            <a:off x="8245979" y="3007718"/>
            <a:ext cx="2927154" cy="71612"/>
          </a:xfrm>
          <a:custGeom>
            <a:avLst/>
            <a:gdLst/>
            <a:ahLst/>
            <a:cxnLst/>
            <a:rect l="l" t="t" r="r" b="b"/>
            <a:pathLst>
              <a:path w="2927154" h="71612">
                <a:moveTo>
                  <a:pt x="35806" y="0"/>
                </a:moveTo>
                <a:lnTo>
                  <a:pt x="2891348" y="0"/>
                </a:lnTo>
                <a:cubicBezTo>
                  <a:pt x="2911123" y="0"/>
                  <a:pt x="2927154" y="16031"/>
                  <a:pt x="2927154" y="35806"/>
                </a:cubicBezTo>
                <a:lnTo>
                  <a:pt x="2927154" y="35806"/>
                </a:lnTo>
                <a:cubicBezTo>
                  <a:pt x="2927154" y="55581"/>
                  <a:pt x="2911123" y="71612"/>
                  <a:pt x="2891348" y="71612"/>
                </a:cubicBezTo>
                <a:lnTo>
                  <a:pt x="35806" y="71612"/>
                </a:lnTo>
                <a:cubicBezTo>
                  <a:pt x="16031" y="71612"/>
                  <a:pt x="0" y="55581"/>
                  <a:pt x="0" y="35806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39C1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5" name="Shape 53"/>
          <p:cNvSpPr/>
          <p:nvPr/>
        </p:nvSpPr>
        <p:spPr>
          <a:xfrm>
            <a:off x="358062" y="3365780"/>
            <a:ext cx="5666326" cy="3491101"/>
          </a:xfrm>
          <a:custGeom>
            <a:avLst/>
            <a:gdLst/>
            <a:ahLst/>
            <a:cxnLst/>
            <a:rect l="l" t="t" r="r" b="b"/>
            <a:pathLst>
              <a:path w="5666326" h="3491101">
                <a:moveTo>
                  <a:pt x="107421" y="0"/>
                </a:moveTo>
                <a:lnTo>
                  <a:pt x="5558905" y="0"/>
                </a:lnTo>
                <a:cubicBezTo>
                  <a:pt x="5618232" y="0"/>
                  <a:pt x="5666326" y="48094"/>
                  <a:pt x="5666326" y="107421"/>
                </a:cubicBezTo>
                <a:lnTo>
                  <a:pt x="5666326" y="3383680"/>
                </a:lnTo>
                <a:cubicBezTo>
                  <a:pt x="5666326" y="3443007"/>
                  <a:pt x="5618232" y="3491101"/>
                  <a:pt x="5558905" y="3491101"/>
                </a:cubicBezTo>
                <a:lnTo>
                  <a:pt x="107421" y="3491101"/>
                </a:lnTo>
                <a:cubicBezTo>
                  <a:pt x="48094" y="3491101"/>
                  <a:pt x="0" y="3443007"/>
                  <a:pt x="0" y="3383680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6" name="Text 54"/>
          <p:cNvSpPr/>
          <p:nvPr/>
        </p:nvSpPr>
        <p:spPr>
          <a:xfrm>
            <a:off x="501286" y="3509004"/>
            <a:ext cx="5469392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Impact Timeline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1286" y="3831260"/>
            <a:ext cx="5442537" cy="17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7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Cumulative benefits over implementation</a:t>
            </a:r>
            <a:endParaRPr lang="en-US" sz="1600" dirty="0"/>
          </a:p>
        </p:txBody>
      </p:sp>
      <p:pic>
        <p:nvPicPr>
          <p:cNvPr id="58" name="Image 0" descr="https://kimi-img.moonshot.cn/pub/slides/26-02-24-20:26:28-d6epht0pe77ofi1u3hq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1286" y="4081903"/>
            <a:ext cx="5012863" cy="1790308"/>
          </a:xfrm>
          <a:prstGeom prst="roundRect">
            <a:avLst>
              <a:gd name="adj" fmla="val 0"/>
            </a:avLst>
          </a:prstGeom>
        </p:spPr>
      </p:pic>
      <p:sp>
        <p:nvSpPr>
          <p:cNvPr id="59" name="Shape 56"/>
          <p:cNvSpPr/>
          <p:nvPr/>
        </p:nvSpPr>
        <p:spPr>
          <a:xfrm>
            <a:off x="6166563" y="3365780"/>
            <a:ext cx="5666326" cy="1861921"/>
          </a:xfrm>
          <a:custGeom>
            <a:avLst/>
            <a:gdLst/>
            <a:ahLst/>
            <a:cxnLst/>
            <a:rect l="l" t="t" r="r" b="b"/>
            <a:pathLst>
              <a:path w="5666326" h="1861921">
                <a:moveTo>
                  <a:pt x="107414" y="0"/>
                </a:moveTo>
                <a:lnTo>
                  <a:pt x="5558912" y="0"/>
                </a:lnTo>
                <a:cubicBezTo>
                  <a:pt x="5618235" y="0"/>
                  <a:pt x="5666326" y="48091"/>
                  <a:pt x="5666326" y="107414"/>
                </a:cubicBezTo>
                <a:lnTo>
                  <a:pt x="5666326" y="1754506"/>
                </a:lnTo>
                <a:cubicBezTo>
                  <a:pt x="5666326" y="1813830"/>
                  <a:pt x="5618235" y="1861921"/>
                  <a:pt x="5558912" y="1861921"/>
                </a:cubicBezTo>
                <a:lnTo>
                  <a:pt x="107414" y="1861921"/>
                </a:lnTo>
                <a:cubicBezTo>
                  <a:pt x="48091" y="1861921"/>
                  <a:pt x="0" y="1813830"/>
                  <a:pt x="0" y="1754506"/>
                </a:cubicBezTo>
                <a:lnTo>
                  <a:pt x="0" y="107414"/>
                </a:lnTo>
                <a:cubicBezTo>
                  <a:pt x="0" y="48131"/>
                  <a:pt x="48131" y="0"/>
                  <a:pt x="10741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4273" dist="8951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60" name="Text 57"/>
          <p:cNvSpPr/>
          <p:nvPr/>
        </p:nvSpPr>
        <p:spPr>
          <a:xfrm>
            <a:off x="6309788" y="3509004"/>
            <a:ext cx="5460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09788" y="3867066"/>
            <a:ext cx="2649656" cy="572899"/>
          </a:xfrm>
          <a:custGeom>
            <a:avLst/>
            <a:gdLst/>
            <a:ahLst/>
            <a:cxnLst/>
            <a:rect l="l" t="t" r="r" b="b"/>
            <a:pathLst>
              <a:path w="2649656" h="572899">
                <a:moveTo>
                  <a:pt x="71612" y="0"/>
                </a:moveTo>
                <a:lnTo>
                  <a:pt x="2578044" y="0"/>
                </a:lnTo>
                <a:cubicBezTo>
                  <a:pt x="2617594" y="0"/>
                  <a:pt x="2649656" y="32062"/>
                  <a:pt x="2649656" y="71612"/>
                </a:cubicBezTo>
                <a:lnTo>
                  <a:pt x="2649656" y="501286"/>
                </a:lnTo>
                <a:cubicBezTo>
                  <a:pt x="2649656" y="540837"/>
                  <a:pt x="2617594" y="572899"/>
                  <a:pt x="2578044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2" name="Text 59"/>
          <p:cNvSpPr/>
          <p:nvPr/>
        </p:nvSpPr>
        <p:spPr>
          <a:xfrm>
            <a:off x="6327691" y="3938678"/>
            <a:ext cx="261385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3498D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354546" y="4225128"/>
            <a:ext cx="2560141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Test Scores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9035043" y="3867066"/>
            <a:ext cx="2649656" cy="572899"/>
          </a:xfrm>
          <a:custGeom>
            <a:avLst/>
            <a:gdLst/>
            <a:ahLst/>
            <a:cxnLst/>
            <a:rect l="l" t="t" r="r" b="b"/>
            <a:pathLst>
              <a:path w="2649656" h="572899">
                <a:moveTo>
                  <a:pt x="71612" y="0"/>
                </a:moveTo>
                <a:lnTo>
                  <a:pt x="2578044" y="0"/>
                </a:lnTo>
                <a:cubicBezTo>
                  <a:pt x="2617594" y="0"/>
                  <a:pt x="2649656" y="32062"/>
                  <a:pt x="2649656" y="71612"/>
                </a:cubicBezTo>
                <a:lnTo>
                  <a:pt x="2649656" y="501286"/>
                </a:lnTo>
                <a:cubicBezTo>
                  <a:pt x="2649656" y="540837"/>
                  <a:pt x="2617594" y="572899"/>
                  <a:pt x="2578044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ext 62"/>
          <p:cNvSpPr/>
          <p:nvPr/>
        </p:nvSpPr>
        <p:spPr>
          <a:xfrm>
            <a:off x="9052946" y="3938678"/>
            <a:ext cx="261385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27AE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6-8 wks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079801" y="4225128"/>
            <a:ext cx="2560141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309788" y="4511577"/>
            <a:ext cx="2649656" cy="572899"/>
          </a:xfrm>
          <a:custGeom>
            <a:avLst/>
            <a:gdLst/>
            <a:ahLst/>
            <a:cxnLst/>
            <a:rect l="l" t="t" r="r" b="b"/>
            <a:pathLst>
              <a:path w="2649656" h="572899">
                <a:moveTo>
                  <a:pt x="71612" y="0"/>
                </a:moveTo>
                <a:lnTo>
                  <a:pt x="2578044" y="0"/>
                </a:lnTo>
                <a:cubicBezTo>
                  <a:pt x="2617594" y="0"/>
                  <a:pt x="2649656" y="32062"/>
                  <a:pt x="2649656" y="71612"/>
                </a:cubicBezTo>
                <a:lnTo>
                  <a:pt x="2649656" y="501286"/>
                </a:lnTo>
                <a:cubicBezTo>
                  <a:pt x="2649656" y="540837"/>
                  <a:pt x="2617594" y="572899"/>
                  <a:pt x="2578044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8" name="Text 65"/>
          <p:cNvSpPr/>
          <p:nvPr/>
        </p:nvSpPr>
        <p:spPr>
          <a:xfrm>
            <a:off x="6327691" y="4583189"/>
            <a:ext cx="261385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50%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6354546" y="4869639"/>
            <a:ext cx="2560141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Reporting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9035043" y="4511577"/>
            <a:ext cx="2649656" cy="572899"/>
          </a:xfrm>
          <a:custGeom>
            <a:avLst/>
            <a:gdLst/>
            <a:ahLst/>
            <a:cxnLst/>
            <a:rect l="l" t="t" r="r" b="b"/>
            <a:pathLst>
              <a:path w="2649656" h="572899">
                <a:moveTo>
                  <a:pt x="71612" y="0"/>
                </a:moveTo>
                <a:lnTo>
                  <a:pt x="2578044" y="0"/>
                </a:lnTo>
                <a:cubicBezTo>
                  <a:pt x="2617594" y="0"/>
                  <a:pt x="2649656" y="32062"/>
                  <a:pt x="2649656" y="71612"/>
                </a:cubicBezTo>
                <a:lnTo>
                  <a:pt x="2649656" y="501286"/>
                </a:lnTo>
                <a:cubicBezTo>
                  <a:pt x="2649656" y="540837"/>
                  <a:pt x="2617594" y="572899"/>
                  <a:pt x="2578044" y="572899"/>
                </a:cubicBezTo>
                <a:lnTo>
                  <a:pt x="71612" y="572899"/>
                </a:lnTo>
                <a:cubicBezTo>
                  <a:pt x="32062" y="572899"/>
                  <a:pt x="0" y="540837"/>
                  <a:pt x="0" y="501286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1" name="Text 68"/>
          <p:cNvSpPr/>
          <p:nvPr/>
        </p:nvSpPr>
        <p:spPr>
          <a:xfrm>
            <a:off x="9052946" y="4583189"/>
            <a:ext cx="261385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079801" y="4869639"/>
            <a:ext cx="2560141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UAE Compliance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6166563" y="5335119"/>
            <a:ext cx="5666326" cy="1521762"/>
          </a:xfrm>
          <a:custGeom>
            <a:avLst/>
            <a:gdLst/>
            <a:ahLst/>
            <a:cxnLst/>
            <a:rect l="l" t="t" r="r" b="b"/>
            <a:pathLst>
              <a:path w="5666326" h="1521762">
                <a:moveTo>
                  <a:pt x="107421" y="0"/>
                </a:moveTo>
                <a:lnTo>
                  <a:pt x="5558905" y="0"/>
                </a:lnTo>
                <a:cubicBezTo>
                  <a:pt x="5618232" y="0"/>
                  <a:pt x="5666326" y="48094"/>
                  <a:pt x="5666326" y="107421"/>
                </a:cubicBezTo>
                <a:lnTo>
                  <a:pt x="5666326" y="1414341"/>
                </a:lnTo>
                <a:cubicBezTo>
                  <a:pt x="5666326" y="1473668"/>
                  <a:pt x="5618232" y="1521762"/>
                  <a:pt x="5558905" y="1521762"/>
                </a:cubicBezTo>
                <a:lnTo>
                  <a:pt x="107421" y="1521762"/>
                </a:lnTo>
                <a:cubicBezTo>
                  <a:pt x="48134" y="1521762"/>
                  <a:pt x="0" y="1473628"/>
                  <a:pt x="0" y="1414341"/>
                </a:cubicBezTo>
                <a:lnTo>
                  <a:pt x="0" y="107421"/>
                </a:lnTo>
                <a:cubicBezTo>
                  <a:pt x="0" y="48134"/>
                  <a:pt x="48134" y="0"/>
                  <a:pt x="107421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3498DB"/>
              </a:gs>
            </a:gsLst>
            <a:lin ang="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74" name="Text 71"/>
          <p:cNvSpPr/>
          <p:nvPr/>
        </p:nvSpPr>
        <p:spPr>
          <a:xfrm>
            <a:off x="6309788" y="5478344"/>
            <a:ext cx="5460441" cy="250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on Investment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6309788" y="5800599"/>
            <a:ext cx="5442537" cy="411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7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gains and improved outcomes deliver measurable ROI through reduced administrative costs and enhanced educational quality.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6256079" y="6279507"/>
            <a:ext cx="823542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12-18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6282933" y="6565956"/>
            <a:ext cx="769833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Payback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7113119" y="6279507"/>
            <a:ext cx="626608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3-5x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7139974" y="6565956"/>
            <a:ext cx="572899" cy="14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5-Year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licdn.com/70dbbfba9960ad87125f579eb685fc4cc27997da"/>
          <p:cNvPicPr>
            <a:picLocks noChangeAspect="1"/>
          </p:cNvPicPr>
          <p:nvPr/>
        </p:nvPicPr>
        <p:blipFill>
          <a:blip r:embed="rId3">
            <a:alphaModFix amt="25000"/>
          </a:blip>
          <a:srcRect t="17" b="17"/>
          <a:stretch/>
        </p:blipFill>
        <p:spPr>
          <a:xfrm>
            <a:off x="0" y="0"/>
            <a:ext cx="12192000" cy="685565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55"/>
          </a:xfrm>
          <a:custGeom>
            <a:avLst/>
            <a:gdLst/>
            <a:ahLst/>
            <a:cxnLst/>
            <a:rect l="l" t="t" r="r" b="b"/>
            <a:pathLst>
              <a:path w="12192000" h="6855655">
                <a:moveTo>
                  <a:pt x="0" y="0"/>
                </a:moveTo>
                <a:lnTo>
                  <a:pt x="12192000" y="0"/>
                </a:lnTo>
                <a:lnTo>
                  <a:pt x="12192000" y="6855655"/>
                </a:lnTo>
                <a:lnTo>
                  <a:pt x="0" y="685565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3498DB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1"/>
          <p:cNvSpPr/>
          <p:nvPr/>
        </p:nvSpPr>
        <p:spPr>
          <a:xfrm>
            <a:off x="5229445" y="-46892"/>
            <a:ext cx="1725637" cy="375138"/>
          </a:xfrm>
          <a:custGeom>
            <a:avLst/>
            <a:gdLst/>
            <a:ahLst/>
            <a:cxnLst/>
            <a:rect l="l" t="t" r="r" b="b"/>
            <a:pathLst>
              <a:path w="1725637" h="375138">
                <a:moveTo>
                  <a:pt x="187569" y="0"/>
                </a:moveTo>
                <a:lnTo>
                  <a:pt x="1538068" y="0"/>
                </a:lnTo>
                <a:cubicBezTo>
                  <a:pt x="1641659" y="0"/>
                  <a:pt x="1725637" y="83978"/>
                  <a:pt x="1725637" y="187569"/>
                </a:cubicBezTo>
                <a:lnTo>
                  <a:pt x="1725637" y="187569"/>
                </a:lnTo>
                <a:cubicBezTo>
                  <a:pt x="1725637" y="291161"/>
                  <a:pt x="1641659" y="375138"/>
                  <a:pt x="1538068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/>
          <p:nvPr/>
        </p:nvSpPr>
        <p:spPr>
          <a:xfrm>
            <a:off x="5384189" y="70338"/>
            <a:ext cx="1419372" cy="145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kern="0" spc="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62597" y="553329"/>
            <a:ext cx="11666806" cy="56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54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Leading Education Transformation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36054" y="1341120"/>
            <a:ext cx="851564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7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UAE's AI education mandate creates an unprecedented opportunity to establish regional leadership in AI-powered learning. This vision positions your organization at the forefront of educational innovation.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96792" y="2743200"/>
            <a:ext cx="3038622" cy="2222695"/>
          </a:xfrm>
          <a:custGeom>
            <a:avLst/>
            <a:gdLst/>
            <a:ahLst/>
            <a:cxnLst/>
            <a:rect l="l" t="t" r="r" b="b"/>
            <a:pathLst>
              <a:path w="3038622" h="2222695">
                <a:moveTo>
                  <a:pt x="112535" y="0"/>
                </a:moveTo>
                <a:lnTo>
                  <a:pt x="2926086" y="0"/>
                </a:lnTo>
                <a:cubicBezTo>
                  <a:pt x="2988238" y="0"/>
                  <a:pt x="3038622" y="50384"/>
                  <a:pt x="3038622" y="112535"/>
                </a:cubicBezTo>
                <a:lnTo>
                  <a:pt x="3038622" y="2110160"/>
                </a:lnTo>
                <a:cubicBezTo>
                  <a:pt x="3038622" y="2172312"/>
                  <a:pt x="2988238" y="2222695"/>
                  <a:pt x="2926086" y="2222695"/>
                </a:cubicBezTo>
                <a:lnTo>
                  <a:pt x="112535" y="2222695"/>
                </a:lnTo>
                <a:cubicBezTo>
                  <a:pt x="50384" y="2222695"/>
                  <a:pt x="0" y="2172312"/>
                  <a:pt x="0" y="2110160"/>
                </a:cubicBezTo>
                <a:lnTo>
                  <a:pt x="0" y="112535"/>
                </a:lnTo>
                <a:cubicBezTo>
                  <a:pt x="0" y="50425"/>
                  <a:pt x="50425" y="0"/>
                  <a:pt x="1125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6"/>
          <p:cNvSpPr/>
          <p:nvPr/>
        </p:nvSpPr>
        <p:spPr>
          <a:xfrm>
            <a:off x="2517531" y="2972972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7"/>
          <p:cNvSpPr/>
          <p:nvPr/>
        </p:nvSpPr>
        <p:spPr>
          <a:xfrm>
            <a:off x="2719168" y="3160542"/>
            <a:ext cx="196948" cy="225083"/>
          </a:xfrm>
          <a:custGeom>
            <a:avLst/>
            <a:gdLst/>
            <a:ahLst/>
            <a:cxnLst/>
            <a:rect l="l" t="t" r="r" b="b"/>
            <a:pathLst>
              <a:path w="196948" h="225083">
                <a:moveTo>
                  <a:pt x="28135" y="14068"/>
                </a:moveTo>
                <a:cubicBezTo>
                  <a:pt x="28135" y="6287"/>
                  <a:pt x="21849" y="0"/>
                  <a:pt x="14068" y="0"/>
                </a:cubicBezTo>
                <a:cubicBezTo>
                  <a:pt x="6286" y="0"/>
                  <a:pt x="0" y="6287"/>
                  <a:pt x="0" y="14068"/>
                </a:cubicBezTo>
                <a:lnTo>
                  <a:pt x="0" y="211015"/>
                </a:lnTo>
                <a:cubicBezTo>
                  <a:pt x="0" y="218797"/>
                  <a:pt x="6287" y="225083"/>
                  <a:pt x="14068" y="225083"/>
                </a:cubicBezTo>
                <a:cubicBezTo>
                  <a:pt x="21849" y="225083"/>
                  <a:pt x="28135" y="218797"/>
                  <a:pt x="28135" y="211015"/>
                </a:cubicBezTo>
                <a:lnTo>
                  <a:pt x="28135" y="157558"/>
                </a:lnTo>
                <a:lnTo>
                  <a:pt x="55699" y="149293"/>
                </a:lnTo>
                <a:cubicBezTo>
                  <a:pt x="74119" y="143754"/>
                  <a:pt x="93990" y="145469"/>
                  <a:pt x="111179" y="154085"/>
                </a:cubicBezTo>
                <a:cubicBezTo>
                  <a:pt x="129950" y="163493"/>
                  <a:pt x="151843" y="164636"/>
                  <a:pt x="171494" y="157250"/>
                </a:cubicBezTo>
                <a:lnTo>
                  <a:pt x="187804" y="151140"/>
                </a:lnTo>
                <a:cubicBezTo>
                  <a:pt x="193299" y="149074"/>
                  <a:pt x="196948" y="143842"/>
                  <a:pt x="196948" y="137951"/>
                </a:cubicBezTo>
                <a:lnTo>
                  <a:pt x="196948" y="29059"/>
                </a:lnTo>
                <a:cubicBezTo>
                  <a:pt x="196948" y="18947"/>
                  <a:pt x="186309" y="12353"/>
                  <a:pt x="177253" y="16881"/>
                </a:cubicBezTo>
                <a:lnTo>
                  <a:pt x="172065" y="19475"/>
                </a:lnTo>
                <a:cubicBezTo>
                  <a:pt x="152327" y="29366"/>
                  <a:pt x="129071" y="29366"/>
                  <a:pt x="109288" y="19475"/>
                </a:cubicBezTo>
                <a:cubicBezTo>
                  <a:pt x="93286" y="11474"/>
                  <a:pt x="74867" y="9891"/>
                  <a:pt x="57765" y="15035"/>
                </a:cubicBezTo>
                <a:lnTo>
                  <a:pt x="28135" y="23915"/>
                </a:lnTo>
                <a:lnTo>
                  <a:pt x="28135" y="1406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8"/>
          <p:cNvSpPr/>
          <p:nvPr/>
        </p:nvSpPr>
        <p:spPr>
          <a:xfrm>
            <a:off x="1479672" y="3723249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Vision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89051" y="4060874"/>
            <a:ext cx="2654105" cy="67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with UAE's national AI strategy and position as a regional EdTech leader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953" y="2743200"/>
            <a:ext cx="3038622" cy="2222695"/>
          </a:xfrm>
          <a:custGeom>
            <a:avLst/>
            <a:gdLst/>
            <a:ahLst/>
            <a:cxnLst/>
            <a:rect l="l" t="t" r="r" b="b"/>
            <a:pathLst>
              <a:path w="3038622" h="2222695">
                <a:moveTo>
                  <a:pt x="112535" y="0"/>
                </a:moveTo>
                <a:lnTo>
                  <a:pt x="2926086" y="0"/>
                </a:lnTo>
                <a:cubicBezTo>
                  <a:pt x="2988238" y="0"/>
                  <a:pt x="3038622" y="50384"/>
                  <a:pt x="3038622" y="112535"/>
                </a:cubicBezTo>
                <a:lnTo>
                  <a:pt x="3038622" y="2110160"/>
                </a:lnTo>
                <a:cubicBezTo>
                  <a:pt x="3038622" y="2172312"/>
                  <a:pt x="2988238" y="2222695"/>
                  <a:pt x="2926086" y="2222695"/>
                </a:cubicBezTo>
                <a:lnTo>
                  <a:pt x="112535" y="2222695"/>
                </a:lnTo>
                <a:cubicBezTo>
                  <a:pt x="50384" y="2222695"/>
                  <a:pt x="0" y="2172312"/>
                  <a:pt x="0" y="2110160"/>
                </a:cubicBezTo>
                <a:lnTo>
                  <a:pt x="0" y="112535"/>
                </a:lnTo>
                <a:cubicBezTo>
                  <a:pt x="0" y="50425"/>
                  <a:pt x="50425" y="0"/>
                  <a:pt x="1125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1"/>
          <p:cNvSpPr/>
          <p:nvPr/>
        </p:nvSpPr>
        <p:spPr>
          <a:xfrm>
            <a:off x="5793691" y="2972972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Shape 12"/>
          <p:cNvSpPr/>
          <p:nvPr/>
        </p:nvSpPr>
        <p:spPr>
          <a:xfrm>
            <a:off x="5953125" y="3160542"/>
            <a:ext cx="281354" cy="225083"/>
          </a:xfrm>
          <a:custGeom>
            <a:avLst/>
            <a:gdLst/>
            <a:ahLst/>
            <a:cxnLst/>
            <a:rect l="l" t="t" r="r" b="b"/>
            <a:pathLst>
              <a:path w="281354" h="225083">
                <a:moveTo>
                  <a:pt x="140677" y="7034"/>
                </a:moveTo>
                <a:cubicBezTo>
                  <a:pt x="165910" y="7034"/>
                  <a:pt x="186397" y="27520"/>
                  <a:pt x="186397" y="52754"/>
                </a:cubicBezTo>
                <a:cubicBezTo>
                  <a:pt x="186397" y="77987"/>
                  <a:pt x="165910" y="98474"/>
                  <a:pt x="140677" y="98474"/>
                </a:cubicBezTo>
                <a:cubicBezTo>
                  <a:pt x="115443" y="98474"/>
                  <a:pt x="94957" y="77987"/>
                  <a:pt x="94957" y="52754"/>
                </a:cubicBezTo>
                <a:cubicBezTo>
                  <a:pt x="94957" y="27520"/>
                  <a:pt x="115443" y="7034"/>
                  <a:pt x="140677" y="7034"/>
                </a:cubicBezTo>
                <a:close/>
                <a:moveTo>
                  <a:pt x="42203" y="38686"/>
                </a:moveTo>
                <a:cubicBezTo>
                  <a:pt x="59672" y="38686"/>
                  <a:pt x="73855" y="52869"/>
                  <a:pt x="73855" y="70338"/>
                </a:cubicBezTo>
                <a:cubicBezTo>
                  <a:pt x="73855" y="87808"/>
                  <a:pt x="59672" y="101991"/>
                  <a:pt x="42203" y="101991"/>
                </a:cubicBezTo>
                <a:cubicBezTo>
                  <a:pt x="24734" y="101991"/>
                  <a:pt x="10551" y="87808"/>
                  <a:pt x="10551" y="70338"/>
                </a:cubicBezTo>
                <a:cubicBezTo>
                  <a:pt x="10551" y="52869"/>
                  <a:pt x="24734" y="38686"/>
                  <a:pt x="42203" y="38686"/>
                </a:cubicBezTo>
                <a:close/>
                <a:moveTo>
                  <a:pt x="0" y="182880"/>
                </a:moveTo>
                <a:cubicBezTo>
                  <a:pt x="0" y="151799"/>
                  <a:pt x="25190" y="126609"/>
                  <a:pt x="56271" y="126609"/>
                </a:cubicBezTo>
                <a:cubicBezTo>
                  <a:pt x="61898" y="126609"/>
                  <a:pt x="67349" y="127445"/>
                  <a:pt x="72493" y="128983"/>
                </a:cubicBezTo>
                <a:cubicBezTo>
                  <a:pt x="58029" y="145161"/>
                  <a:pt x="49237" y="166526"/>
                  <a:pt x="49237" y="189914"/>
                </a:cubicBezTo>
                <a:lnTo>
                  <a:pt x="49237" y="196948"/>
                </a:lnTo>
                <a:cubicBezTo>
                  <a:pt x="49237" y="201959"/>
                  <a:pt x="50292" y="206707"/>
                  <a:pt x="52182" y="211015"/>
                </a:cubicBezTo>
                <a:lnTo>
                  <a:pt x="14068" y="211015"/>
                </a:lnTo>
                <a:cubicBezTo>
                  <a:pt x="6287" y="211015"/>
                  <a:pt x="0" y="204729"/>
                  <a:pt x="0" y="196948"/>
                </a:cubicBezTo>
                <a:lnTo>
                  <a:pt x="0" y="182880"/>
                </a:lnTo>
                <a:close/>
                <a:moveTo>
                  <a:pt x="229172" y="211015"/>
                </a:moveTo>
                <a:cubicBezTo>
                  <a:pt x="231062" y="206707"/>
                  <a:pt x="232117" y="201959"/>
                  <a:pt x="232117" y="196948"/>
                </a:cubicBezTo>
                <a:lnTo>
                  <a:pt x="232117" y="189914"/>
                </a:lnTo>
                <a:cubicBezTo>
                  <a:pt x="232117" y="166526"/>
                  <a:pt x="223325" y="145161"/>
                  <a:pt x="208861" y="128983"/>
                </a:cubicBezTo>
                <a:cubicBezTo>
                  <a:pt x="214005" y="127445"/>
                  <a:pt x="219456" y="126609"/>
                  <a:pt x="225083" y="126609"/>
                </a:cubicBezTo>
                <a:cubicBezTo>
                  <a:pt x="256164" y="126609"/>
                  <a:pt x="281354" y="151799"/>
                  <a:pt x="281354" y="182880"/>
                </a:cubicBezTo>
                <a:lnTo>
                  <a:pt x="281354" y="196948"/>
                </a:lnTo>
                <a:cubicBezTo>
                  <a:pt x="281354" y="204729"/>
                  <a:pt x="275067" y="211015"/>
                  <a:pt x="267286" y="211015"/>
                </a:cubicBezTo>
                <a:lnTo>
                  <a:pt x="229172" y="211015"/>
                </a:lnTo>
                <a:close/>
                <a:moveTo>
                  <a:pt x="207498" y="70338"/>
                </a:moveTo>
                <a:cubicBezTo>
                  <a:pt x="207498" y="52869"/>
                  <a:pt x="221681" y="38686"/>
                  <a:pt x="239151" y="38686"/>
                </a:cubicBezTo>
                <a:cubicBezTo>
                  <a:pt x="256620" y="38686"/>
                  <a:pt x="270803" y="52869"/>
                  <a:pt x="270803" y="70338"/>
                </a:cubicBezTo>
                <a:cubicBezTo>
                  <a:pt x="270803" y="87808"/>
                  <a:pt x="256620" y="101991"/>
                  <a:pt x="239151" y="101991"/>
                </a:cubicBezTo>
                <a:cubicBezTo>
                  <a:pt x="221681" y="101991"/>
                  <a:pt x="207498" y="87808"/>
                  <a:pt x="207498" y="70338"/>
                </a:cubicBezTo>
                <a:close/>
                <a:moveTo>
                  <a:pt x="70338" y="189914"/>
                </a:moveTo>
                <a:cubicBezTo>
                  <a:pt x="70338" y="151052"/>
                  <a:pt x="101815" y="119575"/>
                  <a:pt x="140677" y="119575"/>
                </a:cubicBezTo>
                <a:cubicBezTo>
                  <a:pt x="179539" y="119575"/>
                  <a:pt x="211015" y="151052"/>
                  <a:pt x="211015" y="189914"/>
                </a:cubicBezTo>
                <a:lnTo>
                  <a:pt x="211015" y="196948"/>
                </a:lnTo>
                <a:cubicBezTo>
                  <a:pt x="211015" y="204729"/>
                  <a:pt x="204729" y="211015"/>
                  <a:pt x="196948" y="211015"/>
                </a:cubicBezTo>
                <a:lnTo>
                  <a:pt x="84406" y="211015"/>
                </a:lnTo>
                <a:cubicBezTo>
                  <a:pt x="76625" y="211015"/>
                  <a:pt x="70338" y="204729"/>
                  <a:pt x="70338" y="196948"/>
                </a:cubicBezTo>
                <a:lnTo>
                  <a:pt x="70338" y="18991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3"/>
          <p:cNvSpPr/>
          <p:nvPr/>
        </p:nvSpPr>
        <p:spPr>
          <a:xfrm>
            <a:off x="4755833" y="3723249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Value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65211" y="4060874"/>
            <a:ext cx="2654105" cy="67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Empower students, teachers, and leaders with AI-driven insights and capabilities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49186" y="2743200"/>
            <a:ext cx="3038622" cy="2222695"/>
          </a:xfrm>
          <a:custGeom>
            <a:avLst/>
            <a:gdLst/>
            <a:ahLst/>
            <a:cxnLst/>
            <a:rect l="l" t="t" r="r" b="b"/>
            <a:pathLst>
              <a:path w="3038622" h="2222695">
                <a:moveTo>
                  <a:pt x="112535" y="0"/>
                </a:moveTo>
                <a:lnTo>
                  <a:pt x="2926086" y="0"/>
                </a:lnTo>
                <a:cubicBezTo>
                  <a:pt x="2988238" y="0"/>
                  <a:pt x="3038622" y="50384"/>
                  <a:pt x="3038622" y="112535"/>
                </a:cubicBezTo>
                <a:lnTo>
                  <a:pt x="3038622" y="2110160"/>
                </a:lnTo>
                <a:cubicBezTo>
                  <a:pt x="3038622" y="2172312"/>
                  <a:pt x="2988238" y="2222695"/>
                  <a:pt x="2926086" y="2222695"/>
                </a:cubicBezTo>
                <a:lnTo>
                  <a:pt x="112535" y="2222695"/>
                </a:lnTo>
                <a:cubicBezTo>
                  <a:pt x="50384" y="2222695"/>
                  <a:pt x="0" y="2172312"/>
                  <a:pt x="0" y="2110160"/>
                </a:cubicBezTo>
                <a:lnTo>
                  <a:pt x="0" y="112535"/>
                </a:lnTo>
                <a:cubicBezTo>
                  <a:pt x="0" y="50425"/>
                  <a:pt x="50425" y="0"/>
                  <a:pt x="1125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6"/>
          <p:cNvSpPr/>
          <p:nvPr/>
        </p:nvSpPr>
        <p:spPr>
          <a:xfrm>
            <a:off x="9069925" y="2972972"/>
            <a:ext cx="600222" cy="600222"/>
          </a:xfrm>
          <a:custGeom>
            <a:avLst/>
            <a:gdLst/>
            <a:ahLst/>
            <a:cxnLst/>
            <a:rect l="l" t="t" r="r" b="b"/>
            <a:pathLst>
              <a:path w="600222" h="600222">
                <a:moveTo>
                  <a:pt x="300111" y="0"/>
                </a:moveTo>
                <a:lnTo>
                  <a:pt x="300111" y="0"/>
                </a:lnTo>
                <a:cubicBezTo>
                  <a:pt x="465746" y="0"/>
                  <a:pt x="600222" y="134475"/>
                  <a:pt x="600222" y="300111"/>
                </a:cubicBezTo>
                <a:lnTo>
                  <a:pt x="600222" y="300111"/>
                </a:lnTo>
                <a:cubicBezTo>
                  <a:pt x="600222" y="465746"/>
                  <a:pt x="465746" y="600222"/>
                  <a:pt x="300111" y="600222"/>
                </a:cubicBezTo>
                <a:lnTo>
                  <a:pt x="300111" y="600222"/>
                </a:lnTo>
                <a:cubicBezTo>
                  <a:pt x="134475" y="600222"/>
                  <a:pt x="0" y="465746"/>
                  <a:pt x="0" y="300111"/>
                </a:cubicBezTo>
                <a:lnTo>
                  <a:pt x="0" y="300111"/>
                </a:lnTo>
                <a:cubicBezTo>
                  <a:pt x="0" y="134475"/>
                  <a:pt x="134475" y="0"/>
                  <a:pt x="300111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Shape 17"/>
          <p:cNvSpPr/>
          <p:nvPr/>
        </p:nvSpPr>
        <p:spPr>
          <a:xfrm>
            <a:off x="9257494" y="3160542"/>
            <a:ext cx="225083" cy="225083"/>
          </a:xfrm>
          <a:custGeom>
            <a:avLst/>
            <a:gdLst/>
            <a:ahLst/>
            <a:cxnLst/>
            <a:rect l="l" t="t" r="r" b="b"/>
            <a:pathLst>
              <a:path w="225083" h="225083">
                <a:moveTo>
                  <a:pt x="56271" y="140677"/>
                </a:moveTo>
                <a:lnTo>
                  <a:pt x="10771" y="140677"/>
                </a:lnTo>
                <a:cubicBezTo>
                  <a:pt x="-176" y="140677"/>
                  <a:pt x="-6902" y="128763"/>
                  <a:pt x="-1275" y="119356"/>
                </a:cubicBezTo>
                <a:lnTo>
                  <a:pt x="21981" y="80582"/>
                </a:lnTo>
                <a:cubicBezTo>
                  <a:pt x="25805" y="74207"/>
                  <a:pt x="32663" y="70338"/>
                  <a:pt x="40093" y="70338"/>
                </a:cubicBezTo>
                <a:lnTo>
                  <a:pt x="81856" y="70338"/>
                </a:lnTo>
                <a:cubicBezTo>
                  <a:pt x="115311" y="13672"/>
                  <a:pt x="165207" y="10815"/>
                  <a:pt x="198574" y="15694"/>
                </a:cubicBezTo>
                <a:cubicBezTo>
                  <a:pt x="204201" y="16530"/>
                  <a:pt x="208598" y="20926"/>
                  <a:pt x="209389" y="26509"/>
                </a:cubicBezTo>
                <a:cubicBezTo>
                  <a:pt x="214269" y="59876"/>
                  <a:pt x="211411" y="109772"/>
                  <a:pt x="154745" y="143227"/>
                </a:cubicBezTo>
                <a:lnTo>
                  <a:pt x="154745" y="184990"/>
                </a:lnTo>
                <a:cubicBezTo>
                  <a:pt x="154745" y="192420"/>
                  <a:pt x="150876" y="199278"/>
                  <a:pt x="144502" y="203102"/>
                </a:cubicBezTo>
                <a:lnTo>
                  <a:pt x="105728" y="226358"/>
                </a:lnTo>
                <a:cubicBezTo>
                  <a:pt x="96364" y="231985"/>
                  <a:pt x="84406" y="225215"/>
                  <a:pt x="84406" y="214313"/>
                </a:cubicBezTo>
                <a:lnTo>
                  <a:pt x="84406" y="168812"/>
                </a:lnTo>
                <a:cubicBezTo>
                  <a:pt x="84406" y="153294"/>
                  <a:pt x="71789" y="140677"/>
                  <a:pt x="56271" y="140677"/>
                </a:cubicBezTo>
                <a:lnTo>
                  <a:pt x="56227" y="140677"/>
                </a:lnTo>
                <a:close/>
                <a:moveTo>
                  <a:pt x="175846" y="70338"/>
                </a:moveTo>
                <a:cubicBezTo>
                  <a:pt x="175846" y="58692"/>
                  <a:pt x="166391" y="49237"/>
                  <a:pt x="154745" y="49237"/>
                </a:cubicBezTo>
                <a:cubicBezTo>
                  <a:pt x="143098" y="49237"/>
                  <a:pt x="133643" y="58692"/>
                  <a:pt x="133643" y="70338"/>
                </a:cubicBezTo>
                <a:cubicBezTo>
                  <a:pt x="133643" y="81985"/>
                  <a:pt x="143098" y="91440"/>
                  <a:pt x="154745" y="91440"/>
                </a:cubicBezTo>
                <a:cubicBezTo>
                  <a:pt x="166391" y="91440"/>
                  <a:pt x="175846" y="81985"/>
                  <a:pt x="175846" y="703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ext 18"/>
          <p:cNvSpPr/>
          <p:nvPr/>
        </p:nvSpPr>
        <p:spPr>
          <a:xfrm>
            <a:off x="8032066" y="3723249"/>
            <a:ext cx="2672862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Edge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1445" y="4060874"/>
            <a:ext cx="2654105" cy="67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adoption delivers sustainable competitive advantage in education quality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913279" y="5275385"/>
            <a:ext cx="8365588" cy="1172308"/>
          </a:xfrm>
          <a:custGeom>
            <a:avLst/>
            <a:gdLst/>
            <a:ahLst/>
            <a:cxnLst/>
            <a:rect l="l" t="t" r="r" b="b"/>
            <a:pathLst>
              <a:path w="8365588" h="1172308">
                <a:moveTo>
                  <a:pt x="112542" y="0"/>
                </a:moveTo>
                <a:lnTo>
                  <a:pt x="8253046" y="0"/>
                </a:lnTo>
                <a:cubicBezTo>
                  <a:pt x="8315201" y="0"/>
                  <a:pt x="8365588" y="50387"/>
                  <a:pt x="8365588" y="112542"/>
                </a:cubicBezTo>
                <a:lnTo>
                  <a:pt x="8365588" y="1059766"/>
                </a:lnTo>
                <a:cubicBezTo>
                  <a:pt x="8365588" y="1121921"/>
                  <a:pt x="8315201" y="1172308"/>
                  <a:pt x="8253046" y="1172308"/>
                </a:cubicBezTo>
                <a:lnTo>
                  <a:pt x="112542" y="1172308"/>
                </a:lnTo>
                <a:cubicBezTo>
                  <a:pt x="50387" y="1172308"/>
                  <a:pt x="0" y="1121921"/>
                  <a:pt x="0" y="1059766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1"/>
          <p:cNvSpPr/>
          <p:nvPr/>
        </p:nvSpPr>
        <p:spPr>
          <a:xfrm>
            <a:off x="2143052" y="5561428"/>
            <a:ext cx="363884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143052" y="5936566"/>
            <a:ext cx="3601329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 your AI-native education transformation journey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64848" y="5505157"/>
            <a:ext cx="450166" cy="450166"/>
          </a:xfrm>
          <a:custGeom>
            <a:avLst/>
            <a:gdLst/>
            <a:ahLst/>
            <a:cxnLst/>
            <a:rect l="l" t="t" r="r" b="b"/>
            <a:pathLst>
              <a:path w="450166" h="450166">
                <a:moveTo>
                  <a:pt x="225083" y="0"/>
                </a:moveTo>
                <a:lnTo>
                  <a:pt x="225083" y="0"/>
                </a:lnTo>
                <a:cubicBezTo>
                  <a:pt x="349393" y="0"/>
                  <a:pt x="450166" y="100773"/>
                  <a:pt x="450166" y="225083"/>
                </a:cubicBezTo>
                <a:lnTo>
                  <a:pt x="450166" y="225083"/>
                </a:lnTo>
                <a:cubicBezTo>
                  <a:pt x="450166" y="349393"/>
                  <a:pt x="349393" y="450166"/>
                  <a:pt x="225083" y="450166"/>
                </a:cubicBezTo>
                <a:lnTo>
                  <a:pt x="225083" y="450166"/>
                </a:lnTo>
                <a:cubicBezTo>
                  <a:pt x="100773" y="450166"/>
                  <a:pt x="0" y="349393"/>
                  <a:pt x="0" y="225083"/>
                </a:cubicBezTo>
                <a:lnTo>
                  <a:pt x="0" y="225083"/>
                </a:lnTo>
                <a:cubicBezTo>
                  <a:pt x="0" y="100773"/>
                  <a:pt x="100773" y="0"/>
                  <a:pt x="225083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7" name="Text 24"/>
          <p:cNvSpPr/>
          <p:nvPr/>
        </p:nvSpPr>
        <p:spPr>
          <a:xfrm>
            <a:off x="6128605" y="5617698"/>
            <a:ext cx="121920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636895" y="6030351"/>
            <a:ext cx="110665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Alignment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41698" y="5505157"/>
            <a:ext cx="450166" cy="450166"/>
          </a:xfrm>
          <a:custGeom>
            <a:avLst/>
            <a:gdLst/>
            <a:ahLst/>
            <a:cxnLst/>
            <a:rect l="l" t="t" r="r" b="b"/>
            <a:pathLst>
              <a:path w="450166" h="450166">
                <a:moveTo>
                  <a:pt x="225083" y="0"/>
                </a:moveTo>
                <a:lnTo>
                  <a:pt x="225083" y="0"/>
                </a:lnTo>
                <a:cubicBezTo>
                  <a:pt x="349393" y="0"/>
                  <a:pt x="450166" y="100773"/>
                  <a:pt x="450166" y="225083"/>
                </a:cubicBezTo>
                <a:lnTo>
                  <a:pt x="450166" y="225083"/>
                </a:lnTo>
                <a:cubicBezTo>
                  <a:pt x="450166" y="349393"/>
                  <a:pt x="349393" y="450166"/>
                  <a:pt x="225083" y="450166"/>
                </a:cubicBezTo>
                <a:lnTo>
                  <a:pt x="225083" y="450166"/>
                </a:lnTo>
                <a:cubicBezTo>
                  <a:pt x="100773" y="450166"/>
                  <a:pt x="0" y="349393"/>
                  <a:pt x="0" y="225083"/>
                </a:cubicBezTo>
                <a:lnTo>
                  <a:pt x="0" y="225083"/>
                </a:lnTo>
                <a:cubicBezTo>
                  <a:pt x="0" y="100773"/>
                  <a:pt x="100773" y="0"/>
                  <a:pt x="225083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Text 27"/>
          <p:cNvSpPr/>
          <p:nvPr/>
        </p:nvSpPr>
        <p:spPr>
          <a:xfrm>
            <a:off x="7291021" y="5617698"/>
            <a:ext cx="15005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27373" y="6030351"/>
            <a:ext cx="107852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RFP Development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284918" y="5505157"/>
            <a:ext cx="450166" cy="450166"/>
          </a:xfrm>
          <a:custGeom>
            <a:avLst/>
            <a:gdLst/>
            <a:ahLst/>
            <a:cxnLst/>
            <a:rect l="l" t="t" r="r" b="b"/>
            <a:pathLst>
              <a:path w="450166" h="450166">
                <a:moveTo>
                  <a:pt x="225083" y="0"/>
                </a:moveTo>
                <a:lnTo>
                  <a:pt x="225083" y="0"/>
                </a:lnTo>
                <a:cubicBezTo>
                  <a:pt x="349393" y="0"/>
                  <a:pt x="450166" y="100773"/>
                  <a:pt x="450166" y="225083"/>
                </a:cubicBezTo>
                <a:lnTo>
                  <a:pt x="450166" y="225083"/>
                </a:lnTo>
                <a:cubicBezTo>
                  <a:pt x="450166" y="349393"/>
                  <a:pt x="349393" y="450166"/>
                  <a:pt x="225083" y="450166"/>
                </a:cubicBezTo>
                <a:lnTo>
                  <a:pt x="225083" y="450166"/>
                </a:lnTo>
                <a:cubicBezTo>
                  <a:pt x="100773" y="450166"/>
                  <a:pt x="0" y="349393"/>
                  <a:pt x="0" y="225083"/>
                </a:cubicBezTo>
                <a:lnTo>
                  <a:pt x="0" y="225083"/>
                </a:lnTo>
                <a:cubicBezTo>
                  <a:pt x="0" y="100773"/>
                  <a:pt x="100773" y="0"/>
                  <a:pt x="225083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ext 30"/>
          <p:cNvSpPr/>
          <p:nvPr/>
        </p:nvSpPr>
        <p:spPr>
          <a:xfrm>
            <a:off x="8432336" y="5617698"/>
            <a:ext cx="15943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990596" y="6030351"/>
            <a:ext cx="1041009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 Selection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370622" y="5505157"/>
            <a:ext cx="450166" cy="450166"/>
          </a:xfrm>
          <a:custGeom>
            <a:avLst/>
            <a:gdLst/>
            <a:ahLst/>
            <a:cxnLst/>
            <a:rect l="l" t="t" r="r" b="b"/>
            <a:pathLst>
              <a:path w="450166" h="450166">
                <a:moveTo>
                  <a:pt x="225083" y="0"/>
                </a:moveTo>
                <a:lnTo>
                  <a:pt x="225083" y="0"/>
                </a:lnTo>
                <a:cubicBezTo>
                  <a:pt x="349393" y="0"/>
                  <a:pt x="450166" y="100773"/>
                  <a:pt x="450166" y="225083"/>
                </a:cubicBezTo>
                <a:lnTo>
                  <a:pt x="450166" y="225083"/>
                </a:lnTo>
                <a:cubicBezTo>
                  <a:pt x="450166" y="349393"/>
                  <a:pt x="349393" y="450166"/>
                  <a:pt x="225083" y="450166"/>
                </a:cubicBezTo>
                <a:lnTo>
                  <a:pt x="225083" y="450166"/>
                </a:lnTo>
                <a:cubicBezTo>
                  <a:pt x="100773" y="450166"/>
                  <a:pt x="0" y="349393"/>
                  <a:pt x="0" y="225083"/>
                </a:cubicBezTo>
                <a:lnTo>
                  <a:pt x="0" y="225083"/>
                </a:lnTo>
                <a:cubicBezTo>
                  <a:pt x="0" y="100773"/>
                  <a:pt x="100773" y="0"/>
                  <a:pt x="225083" y="0"/>
                </a:cubicBezTo>
                <a:close/>
              </a:path>
            </a:pathLst>
          </a:custGeom>
          <a:solidFill>
            <a:srgbClr val="3498D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ext 33"/>
          <p:cNvSpPr/>
          <p:nvPr/>
        </p:nvSpPr>
        <p:spPr>
          <a:xfrm>
            <a:off x="9520018" y="5617698"/>
            <a:ext cx="15005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113886" y="6030351"/>
            <a:ext cx="96598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37625" y="6677465"/>
            <a:ext cx="11516751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2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DEWA | Strategic Vision Document | February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2193</Words>
  <Application>Microsoft Macintosh PowerPoint</Application>
  <PresentationFormat>Widescreen</PresentationFormat>
  <Paragraphs>440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Quattrocento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Learning &amp; School Management Platform - Strategic Vision</dc:title>
  <dc:subject>AI-Native Learning &amp; School Management Platform - Strategic Vision</dc:subject>
  <dc:creator>Kimi</dc:creator>
  <cp:lastModifiedBy>Sutharsan CP</cp:lastModifiedBy>
  <cp:revision>2</cp:revision>
  <dcterms:created xsi:type="dcterms:W3CDTF">2026-02-24T12:27:28Z</dcterms:created>
  <dcterms:modified xsi:type="dcterms:W3CDTF">2026-02-24T12:29:58Z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{"Label":"AI-Native Learning &amp; School Management Platform - Strategic Vision","ContentProducer":"001191110108MACG2KBH8F10000","ProduceID":"19c8f9a2-9262-8c08-8000-0000a74f1fae","ReservedCode1":"","ContentPropagator":"001191110108MACG2KBH8F20000","PropagateID":"19c8f9a2-9262-8c08-8000-0000a74f1fae","ReservedCode2":""}</vt:lpwstr>
  </property>
</Properties>
</file>